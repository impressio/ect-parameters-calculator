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handoutMasterIdLst>
    <p:handoutMasterId r:id="rId17"/>
  </p:handoutMasterIdLst>
  <p:sldIdLst>
    <p:sldId id="292" r:id="rId5"/>
    <p:sldId id="293" r:id="rId6"/>
    <p:sldId id="2828" r:id="rId7"/>
    <p:sldId id="306" r:id="rId8"/>
    <p:sldId id="2826" r:id="rId9"/>
    <p:sldId id="2834" r:id="rId10"/>
    <p:sldId id="295" r:id="rId11"/>
    <p:sldId id="2831" r:id="rId12"/>
    <p:sldId id="2836" r:id="rId13"/>
    <p:sldId id="2832" r:id="rId14"/>
    <p:sldId id="2833" r:id="rId15"/>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ktioner" id="{2CE78CED-5BFF-4E73-9F86-7FD6AA461B08}">
          <p14:sldIdLst>
            <p14:sldId id="292"/>
            <p14:sldId id="293"/>
            <p14:sldId id="2828"/>
            <p14:sldId id="306"/>
            <p14:sldId id="2826"/>
          </p14:sldIdLst>
        </p14:section>
        <p14:section name="Presentation" id="{B972C155-D5BF-46A7-B591-A42909CFC1FA}">
          <p14:sldIdLst>
            <p14:sldId id="2834"/>
            <p14:sldId id="295"/>
            <p14:sldId id="2831"/>
            <p14:sldId id="2836"/>
            <p14:sldId id="2832"/>
            <p14:sldId id="283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3B1024-63BC-4704-8649-4EBEAC759528}" v="46" dt="2025-12-04T10:41:08.120"/>
  </p1510:revLst>
</p1510:revInfo>
</file>

<file path=ppt/tableStyles.xml><?xml version="1.0" encoding="utf-8"?>
<a:tblStyleLst xmlns:a="http://schemas.openxmlformats.org/drawingml/2006/main" def="{3B4B98B0-60AC-42C2-AFA5-B58CD77FA1E5}">
  <a:tblStyle styleId="{5C22544A-7EE6-4342-B048-85BDC9FD1C3A}" styleName="Mellanmörkt format 2 - Dekorfär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just format 1 - Dekorfärg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38" autoAdjust="0"/>
    <p:restoredTop sz="94660"/>
  </p:normalViewPr>
  <p:slideViewPr>
    <p:cSldViewPr snapToGrid="0">
      <p:cViewPr varScale="1">
        <p:scale>
          <a:sx n="111" d="100"/>
          <a:sy n="111" d="100"/>
        </p:scale>
        <p:origin x="600" y="96"/>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16" Type="http://schemas.openxmlformats.org/officeDocument/2006/relationships/notesMaster" Target="notesMasters/notesMaster1.xml"/><Relationship Id="rId20" Type="http://schemas.openxmlformats.org/officeDocument/2006/relationships/theme" Target="theme/theme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a:extLst>
              <a:ext uri="{FF2B5EF4-FFF2-40B4-BE49-F238E27FC236}">
                <a16:creationId xmlns:a16="http://schemas.microsoft.com/office/drawing/2014/main" id="{EA9C0E35-84B6-7F5A-0DF4-954D903BFE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a:extLst>
              <a:ext uri="{FF2B5EF4-FFF2-40B4-BE49-F238E27FC236}">
                <a16:creationId xmlns:a16="http://schemas.microsoft.com/office/drawing/2014/main" id="{59C67742-94E7-A406-2FD2-37F9B6E3C9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5195CB1-8D9E-4D39-BD5A-3714F899CBAC}" type="datetimeFigureOut">
              <a:rPr lang="sv-SE" smtClean="0"/>
              <a:t>2026-10-19</a:t>
            </a:fld>
            <a:endParaRPr lang="sv-SE"/>
          </a:p>
        </p:txBody>
      </p:sp>
      <p:sp>
        <p:nvSpPr>
          <p:cNvPr id="4" name="Platshållare för sidfot 3">
            <a:extLst>
              <a:ext uri="{FF2B5EF4-FFF2-40B4-BE49-F238E27FC236}">
                <a16:creationId xmlns:a16="http://schemas.microsoft.com/office/drawing/2014/main" id="{BEA470E6-6438-A282-EB64-049EBCB70A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5" name="Platshållare för bildnummer 4">
            <a:extLst>
              <a:ext uri="{FF2B5EF4-FFF2-40B4-BE49-F238E27FC236}">
                <a16:creationId xmlns:a16="http://schemas.microsoft.com/office/drawing/2014/main" id="{F6DED696-253C-AAC0-DB7E-65090849E05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3B10E5F-6630-4A69-9755-6CD736F11B39}" type="slidenum">
              <a:rPr lang="sv-SE" smtClean="0"/>
              <a:t>‹#›</a:t>
            </a:fld>
            <a:endParaRPr lang="sv-SE"/>
          </a:p>
        </p:txBody>
      </p:sp>
    </p:spTree>
    <p:extLst>
      <p:ext uri="{BB962C8B-B14F-4D97-AF65-F5344CB8AC3E}">
        <p14:creationId xmlns:p14="http://schemas.microsoft.com/office/powerpoint/2010/main" val="410590299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69FF5E-32DB-4A63-9882-8F301C111A15}" type="datetimeFigureOut">
              <a:rPr lang="sv-SE" smtClean="0"/>
              <a:t>2026-10-19</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5BFA82-BD73-4185-B828-63168F0B5499}" type="slidenum">
              <a:rPr lang="sv-SE" smtClean="0"/>
              <a:t>‹#›</a:t>
            </a:fld>
            <a:endParaRPr lang="sv-SE"/>
          </a:p>
        </p:txBody>
      </p:sp>
    </p:spTree>
    <p:extLst>
      <p:ext uri="{BB962C8B-B14F-4D97-AF65-F5344CB8AC3E}">
        <p14:creationId xmlns:p14="http://schemas.microsoft.com/office/powerpoint/2010/main" val="2139425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bild 1">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hasCustomPrompt="1"/>
          </p:nvPr>
        </p:nvSpPr>
        <p:spPr>
          <a:xfrm>
            <a:off x="891539" y="1076643"/>
            <a:ext cx="5737195" cy="2387600"/>
          </a:xfrm>
        </p:spPr>
        <p:txBody>
          <a:bodyPr anchor="b"/>
          <a:lstStyle>
            <a:lvl1pPr algn="l">
              <a:lnSpc>
                <a:spcPct val="100000"/>
              </a:lnSpc>
              <a:defRPr sz="3500" b="1"/>
            </a:lvl1pPr>
          </a:lstStyle>
          <a:p>
            <a:r>
              <a:rPr lang="sv-SE"/>
              <a:t>Klicka för att lägga till rubrik</a:t>
            </a:r>
          </a:p>
        </p:txBody>
      </p:sp>
      <p:sp>
        <p:nvSpPr>
          <p:cNvPr id="3" name="Underrubrik 2">
            <a:extLst>
              <a:ext uri="{FF2B5EF4-FFF2-40B4-BE49-F238E27FC236}">
                <a16:creationId xmlns:a16="http://schemas.microsoft.com/office/drawing/2014/main" id="{0B04F11C-8931-4F2C-862F-B58C9926FB12}"/>
              </a:ext>
            </a:extLst>
          </p:cNvPr>
          <p:cNvSpPr>
            <a:spLocks noGrp="1"/>
          </p:cNvSpPr>
          <p:nvPr>
            <p:ph type="subTitle" idx="1" hasCustomPrompt="1"/>
          </p:nvPr>
        </p:nvSpPr>
        <p:spPr>
          <a:xfrm>
            <a:off x="885371" y="3761691"/>
            <a:ext cx="5743363" cy="1683433"/>
          </a:xfrm>
        </p:spPr>
        <p:txBody>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för att lägga till underrubrik</a:t>
            </a:r>
          </a:p>
        </p:txBody>
      </p:sp>
      <p:sp>
        <p:nvSpPr>
          <p:cNvPr id="10" name="Rektangel: ett hörn rundat 9">
            <a:extLst>
              <a:ext uri="{FF2B5EF4-FFF2-40B4-BE49-F238E27FC236}">
                <a16:creationId xmlns:a16="http://schemas.microsoft.com/office/drawing/2014/main" id="{7E61D836-2BE6-1C11-FBD1-3BB4D68DD0CA}"/>
              </a:ext>
              <a:ext uri="{C183D7F6-B498-43B3-948B-1728B52AA6E4}">
                <adec:decorative xmlns:adec="http://schemas.microsoft.com/office/drawing/2017/decorative" val="1"/>
              </a:ext>
            </a:extLst>
          </p:cNvPr>
          <p:cNvSpPr>
            <a:spLocks/>
          </p:cNvSpPr>
          <p:nvPr userDrawn="1"/>
        </p:nvSpPr>
        <p:spPr>
          <a:xfrm>
            <a:off x="7517606" y="1400174"/>
            <a:ext cx="1422400" cy="2028821"/>
          </a:xfrm>
          <a:prstGeom prst="round1Rect">
            <a:avLst>
              <a:gd name="adj" fmla="val 3832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ktangel: ett hörn rundat 10">
            <a:extLst>
              <a:ext uri="{FF2B5EF4-FFF2-40B4-BE49-F238E27FC236}">
                <a16:creationId xmlns:a16="http://schemas.microsoft.com/office/drawing/2014/main" id="{D021E843-F0CA-3668-937E-991E960076AB}"/>
              </a:ext>
              <a:ext uri="{C183D7F6-B498-43B3-948B-1728B52AA6E4}">
                <adec:decorative xmlns:adec="http://schemas.microsoft.com/office/drawing/2017/decorative" val="1"/>
              </a:ext>
            </a:extLst>
          </p:cNvPr>
          <p:cNvSpPr>
            <a:spLocks/>
          </p:cNvSpPr>
          <p:nvPr userDrawn="1"/>
        </p:nvSpPr>
        <p:spPr>
          <a:xfrm rot="10800000" flipH="1">
            <a:off x="7517606" y="380998"/>
            <a:ext cx="1422400" cy="1019175"/>
          </a:xfrm>
          <a:prstGeom prst="round1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1" name="Rektangel: ett hörn rundat 20">
            <a:extLst>
              <a:ext uri="{FF2B5EF4-FFF2-40B4-BE49-F238E27FC236}">
                <a16:creationId xmlns:a16="http://schemas.microsoft.com/office/drawing/2014/main" id="{2779E0F7-FC36-DC8B-F70D-E1EB4B4317B7}"/>
              </a:ext>
              <a:ext uri="{C183D7F6-B498-43B3-948B-1728B52AA6E4}">
                <adec:decorative xmlns:adec="http://schemas.microsoft.com/office/drawing/2017/decorative" val="1"/>
              </a:ext>
            </a:extLst>
          </p:cNvPr>
          <p:cNvSpPr>
            <a:spLocks/>
          </p:cNvSpPr>
          <p:nvPr userDrawn="1"/>
        </p:nvSpPr>
        <p:spPr>
          <a:xfrm rot="10800000" flipH="1">
            <a:off x="8940005" y="3428996"/>
            <a:ext cx="1439467" cy="2036754"/>
          </a:xfrm>
          <a:prstGeom prst="round1Rect">
            <a:avLst>
              <a:gd name="adj" fmla="val 3733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3" name="Rektangel: ett hörn rundat 22">
            <a:extLst>
              <a:ext uri="{FF2B5EF4-FFF2-40B4-BE49-F238E27FC236}">
                <a16:creationId xmlns:a16="http://schemas.microsoft.com/office/drawing/2014/main" id="{262A45B3-FC56-5A48-E32E-99E82C5AB24A}"/>
              </a:ext>
              <a:ext uri="{C183D7F6-B498-43B3-948B-1728B52AA6E4}">
                <adec:decorative xmlns:adec="http://schemas.microsoft.com/office/drawing/2017/decorative" val="1"/>
              </a:ext>
            </a:extLst>
          </p:cNvPr>
          <p:cNvSpPr>
            <a:spLocks/>
          </p:cNvSpPr>
          <p:nvPr userDrawn="1"/>
        </p:nvSpPr>
        <p:spPr>
          <a:xfrm rot="10800000" flipH="1">
            <a:off x="7517606" y="3428997"/>
            <a:ext cx="1422400" cy="1019175"/>
          </a:xfrm>
          <a:prstGeom prst="round1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4" name="Rektangel: ett hörn rundat 23">
            <a:extLst>
              <a:ext uri="{FF2B5EF4-FFF2-40B4-BE49-F238E27FC236}">
                <a16:creationId xmlns:a16="http://schemas.microsoft.com/office/drawing/2014/main" id="{5BD28DEE-ADA6-15DB-766D-492D1DE78EF9}"/>
              </a:ext>
              <a:ext uri="{C183D7F6-B498-43B3-948B-1728B52AA6E4}">
                <adec:decorative xmlns:adec="http://schemas.microsoft.com/office/drawing/2017/decorative" val="1"/>
              </a:ext>
            </a:extLst>
          </p:cNvPr>
          <p:cNvSpPr>
            <a:spLocks/>
          </p:cNvSpPr>
          <p:nvPr userDrawn="1"/>
        </p:nvSpPr>
        <p:spPr>
          <a:xfrm rot="10800000" flipH="1">
            <a:off x="7517606" y="4448166"/>
            <a:ext cx="1422400" cy="2038355"/>
          </a:xfrm>
          <a:prstGeom prst="round1Rect">
            <a:avLst>
              <a:gd name="adj" fmla="val 3996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5" name="Rektangel: ett hörn rundat 24">
            <a:extLst>
              <a:ext uri="{FF2B5EF4-FFF2-40B4-BE49-F238E27FC236}">
                <a16:creationId xmlns:a16="http://schemas.microsoft.com/office/drawing/2014/main" id="{5A1DBF60-A901-55C1-FAE0-9D2BFA62C83E}"/>
              </a:ext>
              <a:ext uri="{C183D7F6-B498-43B3-948B-1728B52AA6E4}">
                <adec:decorative xmlns:adec="http://schemas.microsoft.com/office/drawing/2017/decorative" val="1"/>
              </a:ext>
            </a:extLst>
          </p:cNvPr>
          <p:cNvSpPr>
            <a:spLocks/>
          </p:cNvSpPr>
          <p:nvPr userDrawn="1"/>
        </p:nvSpPr>
        <p:spPr>
          <a:xfrm flipH="1">
            <a:off x="10379475" y="3428999"/>
            <a:ext cx="1422000" cy="2036754"/>
          </a:xfrm>
          <a:prstGeom prst="round1Rect">
            <a:avLst>
              <a:gd name="adj" fmla="val 3832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6" name="Rektangel: ett hörn rundat 25">
            <a:extLst>
              <a:ext uri="{FF2B5EF4-FFF2-40B4-BE49-F238E27FC236}">
                <a16:creationId xmlns:a16="http://schemas.microsoft.com/office/drawing/2014/main" id="{21E11914-6E9E-9412-96FA-D0BE87BBB319}"/>
              </a:ext>
              <a:ext uri="{C183D7F6-B498-43B3-948B-1728B52AA6E4}">
                <adec:decorative xmlns:adec="http://schemas.microsoft.com/office/drawing/2017/decorative" val="1"/>
              </a:ext>
            </a:extLst>
          </p:cNvPr>
          <p:cNvSpPr>
            <a:spLocks/>
          </p:cNvSpPr>
          <p:nvPr userDrawn="1"/>
        </p:nvSpPr>
        <p:spPr>
          <a:xfrm rot="10800000" flipV="1">
            <a:off x="8936830" y="5465754"/>
            <a:ext cx="1442643" cy="1020767"/>
          </a:xfrm>
          <a:prstGeom prst="round1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8" name="Frihandsfigur: Form 27">
            <a:extLst>
              <a:ext uri="{FF2B5EF4-FFF2-40B4-BE49-F238E27FC236}">
                <a16:creationId xmlns:a16="http://schemas.microsoft.com/office/drawing/2014/main" id="{068474CD-0AF3-5001-F209-6782DA68FC1B}"/>
              </a:ext>
              <a:ext uri="{C183D7F6-B498-43B3-948B-1728B52AA6E4}">
                <adec:decorative xmlns:adec="http://schemas.microsoft.com/office/drawing/2017/decorative" val="1"/>
              </a:ext>
            </a:extLst>
          </p:cNvPr>
          <p:cNvSpPr/>
          <p:nvPr userDrawn="1"/>
        </p:nvSpPr>
        <p:spPr>
          <a:xfrm>
            <a:off x="8936831" y="380997"/>
            <a:ext cx="2867819" cy="3048000"/>
          </a:xfrm>
          <a:custGeom>
            <a:avLst/>
            <a:gdLst>
              <a:gd name="connsiteX0" fmla="*/ 0 w 2867819"/>
              <a:gd name="connsiteY0" fmla="*/ 0 h 3048000"/>
              <a:gd name="connsiteX1" fmla="*/ 2867819 w 2867819"/>
              <a:gd name="connsiteY1" fmla="*/ 0 h 3048000"/>
              <a:gd name="connsiteX2" fmla="*/ 2867819 w 2867819"/>
              <a:gd name="connsiteY2" fmla="*/ 3048000 h 3048000"/>
              <a:gd name="connsiteX3" fmla="*/ 567857 w 2867819"/>
              <a:gd name="connsiteY3" fmla="*/ 3048000 h 3048000"/>
              <a:gd name="connsiteX4" fmla="*/ 0 w 2867819"/>
              <a:gd name="connsiteY4" fmla="*/ 2480143 h 304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7819" h="3048000">
                <a:moveTo>
                  <a:pt x="0" y="0"/>
                </a:moveTo>
                <a:lnTo>
                  <a:pt x="2867819" y="0"/>
                </a:lnTo>
                <a:lnTo>
                  <a:pt x="2867819" y="3048000"/>
                </a:lnTo>
                <a:lnTo>
                  <a:pt x="567857" y="3048000"/>
                </a:lnTo>
                <a:cubicBezTo>
                  <a:pt x="254238" y="3048000"/>
                  <a:pt x="0" y="2793762"/>
                  <a:pt x="0" y="248014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sv-SE"/>
          </a:p>
        </p:txBody>
      </p:sp>
      <p:pic>
        <p:nvPicPr>
          <p:cNvPr id="5" name="Logo">
            <a:extLst>
              <a:ext uri="{FF2B5EF4-FFF2-40B4-BE49-F238E27FC236}">
                <a16:creationId xmlns:a16="http://schemas.microsoft.com/office/drawing/2014/main" id="{736780F7-BBEC-BA23-AD98-6DF901611C7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384443" y="6052990"/>
            <a:ext cx="1836244" cy="378825"/>
          </a:xfrm>
          <a:prstGeom prst="rect">
            <a:avLst/>
          </a:prstGeom>
        </p:spPr>
      </p:pic>
      <p:sp>
        <p:nvSpPr>
          <p:cNvPr id="4" name="Rektangel: ett hörn rundat 3">
            <a:extLst>
              <a:ext uri="{FF2B5EF4-FFF2-40B4-BE49-F238E27FC236}">
                <a16:creationId xmlns:a16="http://schemas.microsoft.com/office/drawing/2014/main" id="{76985EAC-E8D5-98A6-B0B5-C9BEC2DC623C}"/>
              </a:ext>
              <a:ext uri="{C183D7F6-B498-43B3-948B-1728B52AA6E4}">
                <adec:decorative xmlns:adec="http://schemas.microsoft.com/office/drawing/2017/decorative" val="1"/>
              </a:ext>
            </a:extLst>
          </p:cNvPr>
          <p:cNvSpPr>
            <a:spLocks/>
          </p:cNvSpPr>
          <p:nvPr userDrawn="1"/>
        </p:nvSpPr>
        <p:spPr>
          <a:xfrm rot="10800000" flipH="1" flipV="1">
            <a:off x="10379472" y="5465755"/>
            <a:ext cx="1422003" cy="1020766"/>
          </a:xfrm>
          <a:prstGeom prst="round1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1667956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rtbild med foto">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hasCustomPrompt="1"/>
          </p:nvPr>
        </p:nvSpPr>
        <p:spPr>
          <a:xfrm>
            <a:off x="891539" y="1076643"/>
            <a:ext cx="5737196" cy="2387600"/>
          </a:xfrm>
        </p:spPr>
        <p:txBody>
          <a:bodyPr anchor="b"/>
          <a:lstStyle>
            <a:lvl1pPr algn="l">
              <a:lnSpc>
                <a:spcPct val="100000"/>
              </a:lnSpc>
              <a:defRPr sz="3500" b="1"/>
            </a:lvl1pPr>
          </a:lstStyle>
          <a:p>
            <a:r>
              <a:rPr lang="sv-SE"/>
              <a:t>Klicka för att lägga till rubrik</a:t>
            </a:r>
          </a:p>
        </p:txBody>
      </p:sp>
      <p:sp>
        <p:nvSpPr>
          <p:cNvPr id="3" name="Underrubrik 2">
            <a:extLst>
              <a:ext uri="{FF2B5EF4-FFF2-40B4-BE49-F238E27FC236}">
                <a16:creationId xmlns:a16="http://schemas.microsoft.com/office/drawing/2014/main" id="{0B04F11C-8931-4F2C-862F-B58C9926FB12}"/>
              </a:ext>
            </a:extLst>
          </p:cNvPr>
          <p:cNvSpPr>
            <a:spLocks noGrp="1"/>
          </p:cNvSpPr>
          <p:nvPr>
            <p:ph type="subTitle" idx="1" hasCustomPrompt="1"/>
          </p:nvPr>
        </p:nvSpPr>
        <p:spPr>
          <a:xfrm>
            <a:off x="885372" y="3761691"/>
            <a:ext cx="5737196" cy="1683433"/>
          </a:xfrm>
        </p:spPr>
        <p:txBody>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för att lägga till underrubrik</a:t>
            </a:r>
          </a:p>
        </p:txBody>
      </p:sp>
      <p:sp>
        <p:nvSpPr>
          <p:cNvPr id="27" name="Platshållare för bild 26">
            <a:extLst>
              <a:ext uri="{FF2B5EF4-FFF2-40B4-BE49-F238E27FC236}">
                <a16:creationId xmlns:a16="http://schemas.microsoft.com/office/drawing/2014/main" id="{B7586333-1D24-C4E6-41D4-F849486C4252}"/>
              </a:ext>
            </a:extLst>
          </p:cNvPr>
          <p:cNvSpPr>
            <a:spLocks noGrp="1"/>
          </p:cNvSpPr>
          <p:nvPr>
            <p:ph type="pic" sz="quarter" idx="13"/>
          </p:nvPr>
        </p:nvSpPr>
        <p:spPr>
          <a:xfrm>
            <a:off x="8936831" y="380998"/>
            <a:ext cx="2867819" cy="3048000"/>
          </a:xfrm>
          <a:custGeom>
            <a:avLst/>
            <a:gdLst>
              <a:gd name="connsiteX0" fmla="*/ 0 w 2867819"/>
              <a:gd name="connsiteY0" fmla="*/ 0 h 3048000"/>
              <a:gd name="connsiteX1" fmla="*/ 2867819 w 2867819"/>
              <a:gd name="connsiteY1" fmla="*/ 0 h 3048000"/>
              <a:gd name="connsiteX2" fmla="*/ 2867819 w 2867819"/>
              <a:gd name="connsiteY2" fmla="*/ 3048000 h 3048000"/>
              <a:gd name="connsiteX3" fmla="*/ 567857 w 2867819"/>
              <a:gd name="connsiteY3" fmla="*/ 3048000 h 3048000"/>
              <a:gd name="connsiteX4" fmla="*/ 0 w 2867819"/>
              <a:gd name="connsiteY4" fmla="*/ 2480143 h 304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7819" h="3048000">
                <a:moveTo>
                  <a:pt x="0" y="0"/>
                </a:moveTo>
                <a:lnTo>
                  <a:pt x="2867819" y="0"/>
                </a:lnTo>
                <a:lnTo>
                  <a:pt x="2867819" y="3048000"/>
                </a:lnTo>
                <a:lnTo>
                  <a:pt x="567857" y="3048000"/>
                </a:lnTo>
                <a:cubicBezTo>
                  <a:pt x="254238" y="3048000"/>
                  <a:pt x="0" y="2793762"/>
                  <a:pt x="0" y="2480143"/>
                </a:cubicBezTo>
                <a:close/>
              </a:path>
            </a:pathLst>
          </a:custGeom>
          <a:solidFill>
            <a:schemeClr val="accent2"/>
          </a:solidFill>
        </p:spPr>
        <p:txBody>
          <a:bodyPr wrap="square">
            <a:noAutofit/>
          </a:bodyPr>
          <a:lstStyle>
            <a:lvl1pPr marL="0" indent="0">
              <a:buNone/>
              <a:defRPr/>
            </a:lvl1pPr>
          </a:lstStyle>
          <a:p>
            <a:r>
              <a:rPr lang="sv-SE"/>
              <a:t>Klicka på ikonen för att lägga till en bild</a:t>
            </a:r>
          </a:p>
        </p:txBody>
      </p:sp>
      <p:sp>
        <p:nvSpPr>
          <p:cNvPr id="12" name="Rektangel: ett hörn rundat 11">
            <a:extLst>
              <a:ext uri="{FF2B5EF4-FFF2-40B4-BE49-F238E27FC236}">
                <a16:creationId xmlns:a16="http://schemas.microsoft.com/office/drawing/2014/main" id="{C20FB8AD-B642-E1E6-AC0D-E4A862F9B55D}"/>
              </a:ext>
              <a:ext uri="{C183D7F6-B498-43B3-948B-1728B52AA6E4}">
                <adec:decorative xmlns:adec="http://schemas.microsoft.com/office/drawing/2017/decorative" val="1"/>
              </a:ext>
            </a:extLst>
          </p:cNvPr>
          <p:cNvSpPr>
            <a:spLocks/>
          </p:cNvSpPr>
          <p:nvPr userDrawn="1"/>
        </p:nvSpPr>
        <p:spPr>
          <a:xfrm>
            <a:off x="7517606" y="1400174"/>
            <a:ext cx="1422400" cy="2028821"/>
          </a:xfrm>
          <a:prstGeom prst="round1Rect">
            <a:avLst>
              <a:gd name="adj" fmla="val 3832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3" name="Rektangel: ett hörn rundat 12">
            <a:extLst>
              <a:ext uri="{FF2B5EF4-FFF2-40B4-BE49-F238E27FC236}">
                <a16:creationId xmlns:a16="http://schemas.microsoft.com/office/drawing/2014/main" id="{B1925CA5-50D6-AB2F-5E1C-EACB82AD2605}"/>
              </a:ext>
              <a:ext uri="{C183D7F6-B498-43B3-948B-1728B52AA6E4}">
                <adec:decorative xmlns:adec="http://schemas.microsoft.com/office/drawing/2017/decorative" val="1"/>
              </a:ext>
            </a:extLst>
          </p:cNvPr>
          <p:cNvSpPr>
            <a:spLocks/>
          </p:cNvSpPr>
          <p:nvPr userDrawn="1"/>
        </p:nvSpPr>
        <p:spPr>
          <a:xfrm rot="10800000" flipH="1">
            <a:off x="7517606" y="380998"/>
            <a:ext cx="1422400" cy="1019175"/>
          </a:xfrm>
          <a:prstGeom prst="round1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4" name="Rektangel: ett hörn rundat 13">
            <a:extLst>
              <a:ext uri="{FF2B5EF4-FFF2-40B4-BE49-F238E27FC236}">
                <a16:creationId xmlns:a16="http://schemas.microsoft.com/office/drawing/2014/main" id="{369C8F7C-E029-246E-DEFE-A2F38501997B}"/>
              </a:ext>
              <a:ext uri="{C183D7F6-B498-43B3-948B-1728B52AA6E4}">
                <adec:decorative xmlns:adec="http://schemas.microsoft.com/office/drawing/2017/decorative" val="1"/>
              </a:ext>
            </a:extLst>
          </p:cNvPr>
          <p:cNvSpPr>
            <a:spLocks/>
          </p:cNvSpPr>
          <p:nvPr userDrawn="1"/>
        </p:nvSpPr>
        <p:spPr>
          <a:xfrm rot="10800000" flipH="1">
            <a:off x="8940005" y="3428996"/>
            <a:ext cx="1439467" cy="2036754"/>
          </a:xfrm>
          <a:prstGeom prst="round1Rect">
            <a:avLst>
              <a:gd name="adj" fmla="val 3733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ktangel: ett hörn rundat 14">
            <a:extLst>
              <a:ext uri="{FF2B5EF4-FFF2-40B4-BE49-F238E27FC236}">
                <a16:creationId xmlns:a16="http://schemas.microsoft.com/office/drawing/2014/main" id="{6A1C4870-0798-1888-787F-386EAC4D3723}"/>
              </a:ext>
              <a:ext uri="{C183D7F6-B498-43B3-948B-1728B52AA6E4}">
                <adec:decorative xmlns:adec="http://schemas.microsoft.com/office/drawing/2017/decorative" val="1"/>
              </a:ext>
            </a:extLst>
          </p:cNvPr>
          <p:cNvSpPr>
            <a:spLocks/>
          </p:cNvSpPr>
          <p:nvPr userDrawn="1"/>
        </p:nvSpPr>
        <p:spPr>
          <a:xfrm rot="10800000" flipH="1" flipV="1">
            <a:off x="10379472" y="5465755"/>
            <a:ext cx="1422003" cy="1020766"/>
          </a:xfrm>
          <a:prstGeom prst="round1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Rektangel: ett hörn rundat 15">
            <a:extLst>
              <a:ext uri="{FF2B5EF4-FFF2-40B4-BE49-F238E27FC236}">
                <a16:creationId xmlns:a16="http://schemas.microsoft.com/office/drawing/2014/main" id="{FD86D645-4C70-7686-CEDC-C3F7E248E0F4}"/>
              </a:ext>
              <a:ext uri="{C183D7F6-B498-43B3-948B-1728B52AA6E4}">
                <adec:decorative xmlns:adec="http://schemas.microsoft.com/office/drawing/2017/decorative" val="1"/>
              </a:ext>
            </a:extLst>
          </p:cNvPr>
          <p:cNvSpPr>
            <a:spLocks/>
          </p:cNvSpPr>
          <p:nvPr userDrawn="1"/>
        </p:nvSpPr>
        <p:spPr>
          <a:xfrm rot="10800000" flipH="1">
            <a:off x="7517606" y="3428997"/>
            <a:ext cx="1422400" cy="1019175"/>
          </a:xfrm>
          <a:prstGeom prst="round1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Rektangel: ett hörn rundat 16">
            <a:extLst>
              <a:ext uri="{FF2B5EF4-FFF2-40B4-BE49-F238E27FC236}">
                <a16:creationId xmlns:a16="http://schemas.microsoft.com/office/drawing/2014/main" id="{31C76949-D02B-332F-5982-22F450E45AEB}"/>
              </a:ext>
              <a:ext uri="{C183D7F6-B498-43B3-948B-1728B52AA6E4}">
                <adec:decorative xmlns:adec="http://schemas.microsoft.com/office/drawing/2017/decorative" val="1"/>
              </a:ext>
            </a:extLst>
          </p:cNvPr>
          <p:cNvSpPr>
            <a:spLocks/>
          </p:cNvSpPr>
          <p:nvPr userDrawn="1"/>
        </p:nvSpPr>
        <p:spPr>
          <a:xfrm rot="10800000" flipH="1">
            <a:off x="7517606" y="4448166"/>
            <a:ext cx="1422400" cy="2038355"/>
          </a:xfrm>
          <a:prstGeom prst="round1Rect">
            <a:avLst>
              <a:gd name="adj" fmla="val 3996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Rektangel: ett hörn rundat 17">
            <a:extLst>
              <a:ext uri="{FF2B5EF4-FFF2-40B4-BE49-F238E27FC236}">
                <a16:creationId xmlns:a16="http://schemas.microsoft.com/office/drawing/2014/main" id="{322ACDAC-1D12-98AB-7D77-C6C8ED0E6BB3}"/>
              </a:ext>
              <a:ext uri="{C183D7F6-B498-43B3-948B-1728B52AA6E4}">
                <adec:decorative xmlns:adec="http://schemas.microsoft.com/office/drawing/2017/decorative" val="1"/>
              </a:ext>
            </a:extLst>
          </p:cNvPr>
          <p:cNvSpPr>
            <a:spLocks/>
          </p:cNvSpPr>
          <p:nvPr userDrawn="1"/>
        </p:nvSpPr>
        <p:spPr>
          <a:xfrm flipH="1">
            <a:off x="10379475" y="3428999"/>
            <a:ext cx="1422000" cy="2036754"/>
          </a:xfrm>
          <a:prstGeom prst="round1Rect">
            <a:avLst>
              <a:gd name="adj" fmla="val 3832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ktangel: ett hörn rundat 18">
            <a:extLst>
              <a:ext uri="{FF2B5EF4-FFF2-40B4-BE49-F238E27FC236}">
                <a16:creationId xmlns:a16="http://schemas.microsoft.com/office/drawing/2014/main" id="{078779E6-AB64-0FE7-3DCA-5727138EC16E}"/>
              </a:ext>
              <a:ext uri="{C183D7F6-B498-43B3-948B-1728B52AA6E4}">
                <adec:decorative xmlns:adec="http://schemas.microsoft.com/office/drawing/2017/decorative" val="1"/>
              </a:ext>
            </a:extLst>
          </p:cNvPr>
          <p:cNvSpPr>
            <a:spLocks/>
          </p:cNvSpPr>
          <p:nvPr userDrawn="1"/>
        </p:nvSpPr>
        <p:spPr>
          <a:xfrm rot="10800000" flipV="1">
            <a:off x="8936830" y="5465754"/>
            <a:ext cx="1442643" cy="1020767"/>
          </a:xfrm>
          <a:prstGeom prst="round1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ruta 5">
            <a:extLst>
              <a:ext uri="{FF2B5EF4-FFF2-40B4-BE49-F238E27FC236}">
                <a16:creationId xmlns:a16="http://schemas.microsoft.com/office/drawing/2014/main" id="{AA71F2BA-C943-46F6-00FD-63E44941990B}"/>
              </a:ext>
            </a:extLst>
          </p:cNvPr>
          <p:cNvSpPr txBox="1"/>
          <p:nvPr userDrawn="1"/>
        </p:nvSpPr>
        <p:spPr>
          <a:xfrm>
            <a:off x="704895" y="6466008"/>
            <a:ext cx="695282" cy="276999"/>
          </a:xfrm>
          <a:prstGeom prst="rect">
            <a:avLst/>
          </a:prstGeom>
          <a:noFill/>
        </p:spPr>
        <p:txBody>
          <a:bodyPr wrap="square" lIns="0" tIns="0" rIns="0" bIns="0" rtlCol="0">
            <a:spAutoFit/>
          </a:bodyPr>
          <a:lstStyle/>
          <a:p>
            <a:pPr algn="l"/>
            <a:r>
              <a:rPr lang="sv-SE">
                <a:solidFill>
                  <a:schemeClr val="bg1"/>
                </a:solidFill>
              </a:rPr>
              <a:t>TEst</a:t>
            </a:r>
          </a:p>
        </p:txBody>
      </p:sp>
      <p:sp>
        <p:nvSpPr>
          <p:cNvPr id="7" name="Platshållare för datum 6">
            <a:extLst>
              <a:ext uri="{FF2B5EF4-FFF2-40B4-BE49-F238E27FC236}">
                <a16:creationId xmlns:a16="http://schemas.microsoft.com/office/drawing/2014/main" id="{C4CBFC51-E299-C1C6-C259-2EC78776D974}"/>
              </a:ext>
            </a:extLst>
          </p:cNvPr>
          <p:cNvSpPr>
            <a:spLocks noGrp="1"/>
          </p:cNvSpPr>
          <p:nvPr>
            <p:ph type="dt" sz="half" idx="14"/>
          </p:nvPr>
        </p:nvSpPr>
        <p:spPr>
          <a:xfrm>
            <a:off x="10901363" y="136525"/>
            <a:ext cx="908050" cy="141687"/>
          </a:xfrm>
          <a:prstGeom prst="rect">
            <a:avLst/>
          </a:prstGeom>
        </p:spPr>
        <p:txBody>
          <a:bodyPr/>
          <a:lstStyle/>
          <a:p>
            <a:fld id="{6D598AF4-8416-41AC-A4B8-8AA2F78027DE}" type="datetime1">
              <a:rPr lang="sv-SE" smtClean="0"/>
              <a:t>2026-10-19</a:t>
            </a:fld>
            <a:endParaRPr lang="sv-SE"/>
          </a:p>
        </p:txBody>
      </p:sp>
      <p:pic>
        <p:nvPicPr>
          <p:cNvPr id="4" name="Logo">
            <a:extLst>
              <a:ext uri="{FF2B5EF4-FFF2-40B4-BE49-F238E27FC236}">
                <a16:creationId xmlns:a16="http://schemas.microsoft.com/office/drawing/2014/main" id="{8C0BF19D-A340-277E-EA16-3B727269312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384443" y="6052990"/>
            <a:ext cx="1836244" cy="378825"/>
          </a:xfrm>
          <a:prstGeom prst="rect">
            <a:avLst/>
          </a:prstGeom>
        </p:spPr>
      </p:pic>
    </p:spTree>
    <p:extLst>
      <p:ext uri="{BB962C8B-B14F-4D97-AF65-F5344CB8AC3E}">
        <p14:creationId xmlns:p14="http://schemas.microsoft.com/office/powerpoint/2010/main" val="3177692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tartbild enfärgad">
    <p:spTree>
      <p:nvGrpSpPr>
        <p:cNvPr id="1" name=""/>
        <p:cNvGrpSpPr/>
        <p:nvPr/>
      </p:nvGrpSpPr>
      <p:grpSpPr>
        <a:xfrm>
          <a:off x="0" y="0"/>
          <a:ext cx="0" cy="0"/>
          <a:chOff x="0" y="0"/>
          <a:chExt cx="0" cy="0"/>
        </a:xfrm>
      </p:grpSpPr>
      <p:sp>
        <p:nvSpPr>
          <p:cNvPr id="9" name="Rektangel: ett hörn rundat 8">
            <a:extLst>
              <a:ext uri="{FF2B5EF4-FFF2-40B4-BE49-F238E27FC236}">
                <a16:creationId xmlns:a16="http://schemas.microsoft.com/office/drawing/2014/main" id="{0BA287CB-7B49-DD6D-11A1-EE0677F3EDC5}"/>
              </a:ext>
              <a:ext uri="{C183D7F6-B498-43B3-948B-1728B52AA6E4}">
                <adec:decorative xmlns:adec="http://schemas.microsoft.com/office/drawing/2017/decorative" val="1"/>
              </a:ext>
            </a:extLst>
          </p:cNvPr>
          <p:cNvSpPr/>
          <p:nvPr userDrawn="1"/>
        </p:nvSpPr>
        <p:spPr bwMode="black">
          <a:xfrm flipV="1">
            <a:off x="389466" y="380999"/>
            <a:ext cx="11413068" cy="6099176"/>
          </a:xfrm>
          <a:prstGeom prst="round1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 name="Rubrik 1">
            <a:extLst>
              <a:ext uri="{FF2B5EF4-FFF2-40B4-BE49-F238E27FC236}">
                <a16:creationId xmlns:a16="http://schemas.microsoft.com/office/drawing/2014/main" id="{2D6EA362-9137-45DF-BEE4-B691A8719BDE}"/>
              </a:ext>
            </a:extLst>
          </p:cNvPr>
          <p:cNvSpPr>
            <a:spLocks noGrp="1"/>
          </p:cNvSpPr>
          <p:nvPr>
            <p:ph type="title" hasCustomPrompt="1"/>
          </p:nvPr>
        </p:nvSpPr>
        <p:spPr bwMode="white">
          <a:xfrm>
            <a:off x="1092200" y="1752600"/>
            <a:ext cx="10007600" cy="1614312"/>
          </a:xfrm>
        </p:spPr>
        <p:txBody>
          <a:bodyPr anchor="b"/>
          <a:lstStyle>
            <a:lvl1pPr algn="ctr">
              <a:defRPr sz="3500" b="1">
                <a:solidFill>
                  <a:schemeClr val="bg1"/>
                </a:solidFill>
              </a:defRPr>
            </a:lvl1pPr>
          </a:lstStyle>
          <a:p>
            <a:r>
              <a:rPr lang="sv-SE"/>
              <a:t>Klicka för att lägga till rubrik</a:t>
            </a:r>
          </a:p>
        </p:txBody>
      </p:sp>
      <p:sp>
        <p:nvSpPr>
          <p:cNvPr id="3" name="Platshållare för text 2">
            <a:extLst>
              <a:ext uri="{FF2B5EF4-FFF2-40B4-BE49-F238E27FC236}">
                <a16:creationId xmlns:a16="http://schemas.microsoft.com/office/drawing/2014/main" id="{81D78077-8D23-4A9C-AD57-B41C92D6A8D4}"/>
              </a:ext>
            </a:extLst>
          </p:cNvPr>
          <p:cNvSpPr>
            <a:spLocks noGrp="1"/>
          </p:cNvSpPr>
          <p:nvPr>
            <p:ph type="body" idx="1" hasCustomPrompt="1"/>
          </p:nvPr>
        </p:nvSpPr>
        <p:spPr bwMode="white">
          <a:xfrm>
            <a:off x="1092200" y="3612268"/>
            <a:ext cx="10024267" cy="1500187"/>
          </a:xfrm>
        </p:spPr>
        <p:txBody>
          <a:bodyPr/>
          <a:lstStyle>
            <a:lvl1pPr marL="0" indent="0" algn="ctr">
              <a:buNone/>
              <a:defRPr sz="22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för att lägga till underrubrik</a:t>
            </a:r>
          </a:p>
        </p:txBody>
      </p:sp>
      <p:sp>
        <p:nvSpPr>
          <p:cNvPr id="6" name="Platshållare för datum 5">
            <a:extLst>
              <a:ext uri="{FF2B5EF4-FFF2-40B4-BE49-F238E27FC236}">
                <a16:creationId xmlns:a16="http://schemas.microsoft.com/office/drawing/2014/main" id="{DBF08389-4E2E-AF65-054E-C982BA7B587E}"/>
              </a:ext>
            </a:extLst>
          </p:cNvPr>
          <p:cNvSpPr>
            <a:spLocks noGrp="1"/>
          </p:cNvSpPr>
          <p:nvPr>
            <p:ph type="dt" sz="half" idx="10"/>
          </p:nvPr>
        </p:nvSpPr>
        <p:spPr>
          <a:xfrm>
            <a:off x="10901363" y="136525"/>
            <a:ext cx="908050" cy="141687"/>
          </a:xfrm>
          <a:prstGeom prst="rect">
            <a:avLst/>
          </a:prstGeom>
        </p:spPr>
        <p:txBody>
          <a:bodyPr/>
          <a:lstStyle/>
          <a:p>
            <a:fld id="{D6DB0435-4108-4DA5-B871-C88C3C6BBB94}" type="datetime1">
              <a:rPr lang="sv-SE" smtClean="0"/>
              <a:t>2026-10-19</a:t>
            </a:fld>
            <a:endParaRPr lang="sv-SE"/>
          </a:p>
        </p:txBody>
      </p:sp>
      <p:sp>
        <p:nvSpPr>
          <p:cNvPr id="7" name="Platshållare för sidfot 6">
            <a:extLst>
              <a:ext uri="{FF2B5EF4-FFF2-40B4-BE49-F238E27FC236}">
                <a16:creationId xmlns:a16="http://schemas.microsoft.com/office/drawing/2014/main" id="{0A5E5F6E-C97D-A4DC-263A-27783D57B08B}"/>
              </a:ext>
            </a:extLst>
          </p:cNvPr>
          <p:cNvSpPr>
            <a:spLocks noGrp="1"/>
          </p:cNvSpPr>
          <p:nvPr>
            <p:ph type="ftr" sz="quarter" idx="11"/>
          </p:nvPr>
        </p:nvSpPr>
        <p:spPr>
          <a:xfrm>
            <a:off x="389466" y="136525"/>
            <a:ext cx="4125383" cy="141687"/>
          </a:xfrm>
          <a:prstGeom prst="rect">
            <a:avLst/>
          </a:prstGeom>
        </p:spPr>
        <p:txBody>
          <a:bodyPr/>
          <a:lstStyle/>
          <a:p>
            <a:r>
              <a:rPr lang="sv-SE"/>
              <a:t>Sahlgrenska Universitetssjukhuset</a:t>
            </a:r>
          </a:p>
        </p:txBody>
      </p:sp>
    </p:spTree>
    <p:extLst>
      <p:ext uri="{BB962C8B-B14F-4D97-AF65-F5344CB8AC3E}">
        <p14:creationId xmlns:p14="http://schemas.microsoft.com/office/powerpoint/2010/main" val="3601858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om">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3AB1CC7E-5066-B2D6-C273-8806FB859F9B}"/>
              </a:ext>
            </a:extLst>
          </p:cNvPr>
          <p:cNvSpPr>
            <a:spLocks noGrp="1"/>
          </p:cNvSpPr>
          <p:nvPr>
            <p:ph type="dt" sz="half" idx="10"/>
          </p:nvPr>
        </p:nvSpPr>
        <p:spPr>
          <a:xfrm>
            <a:off x="10901363" y="136525"/>
            <a:ext cx="908050" cy="141687"/>
          </a:xfrm>
          <a:prstGeom prst="rect">
            <a:avLst/>
          </a:prstGeom>
        </p:spPr>
        <p:txBody>
          <a:bodyPr/>
          <a:lstStyle/>
          <a:p>
            <a:fld id="{2C27F1BA-72EB-4857-AA42-B15224BA00B9}" type="datetime1">
              <a:rPr lang="sv-SE" smtClean="0"/>
              <a:t>2026-10-19</a:t>
            </a:fld>
            <a:endParaRPr lang="sv-SE"/>
          </a:p>
        </p:txBody>
      </p:sp>
      <p:sp>
        <p:nvSpPr>
          <p:cNvPr id="5" name="Platshållare för sidfot 4">
            <a:extLst>
              <a:ext uri="{FF2B5EF4-FFF2-40B4-BE49-F238E27FC236}">
                <a16:creationId xmlns:a16="http://schemas.microsoft.com/office/drawing/2014/main" id="{12B0C1A2-56EF-E81F-53A9-CC77AD52554C}"/>
              </a:ext>
            </a:extLst>
          </p:cNvPr>
          <p:cNvSpPr>
            <a:spLocks noGrp="1"/>
          </p:cNvSpPr>
          <p:nvPr>
            <p:ph type="ftr" sz="quarter" idx="11"/>
          </p:nvPr>
        </p:nvSpPr>
        <p:spPr>
          <a:xfrm>
            <a:off x="389466" y="136525"/>
            <a:ext cx="4125383" cy="141687"/>
          </a:xfrm>
          <a:prstGeom prst="rect">
            <a:avLst/>
          </a:prstGeom>
        </p:spPr>
        <p:txBody>
          <a:bodyPr/>
          <a:lstStyle/>
          <a:p>
            <a:r>
              <a:rPr lang="sv-SE"/>
              <a:t>Sahlgrenska Universitetssjukhuset</a:t>
            </a:r>
          </a:p>
        </p:txBody>
      </p:sp>
      <p:sp>
        <p:nvSpPr>
          <p:cNvPr id="6" name="Platshållare för innehåll 13">
            <a:extLst>
              <a:ext uri="{FF2B5EF4-FFF2-40B4-BE49-F238E27FC236}">
                <a16:creationId xmlns:a16="http://schemas.microsoft.com/office/drawing/2014/main" id="{D99CEAC6-8E22-402C-F88F-1F8A70BB28DF}"/>
              </a:ext>
            </a:extLst>
          </p:cNvPr>
          <p:cNvSpPr>
            <a:spLocks noGrp="1"/>
          </p:cNvSpPr>
          <p:nvPr>
            <p:ph sz="quarter" idx="13"/>
          </p:nvPr>
        </p:nvSpPr>
        <p:spPr>
          <a:xfrm>
            <a:off x="1092200" y="2113722"/>
            <a:ext cx="9666187" cy="3311526"/>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3" name="Rubrik 1">
            <a:extLst>
              <a:ext uri="{FF2B5EF4-FFF2-40B4-BE49-F238E27FC236}">
                <a16:creationId xmlns:a16="http://schemas.microsoft.com/office/drawing/2014/main" id="{9057A4F3-A6E3-F05A-6494-B4402F41D004}"/>
              </a:ext>
            </a:extLst>
          </p:cNvPr>
          <p:cNvSpPr>
            <a:spLocks noGrp="1"/>
          </p:cNvSpPr>
          <p:nvPr>
            <p:ph type="title" hasCustomPrompt="1"/>
          </p:nvPr>
        </p:nvSpPr>
        <p:spPr>
          <a:xfrm>
            <a:off x="1100666" y="425716"/>
            <a:ext cx="9666187" cy="1047750"/>
          </a:xfrm>
        </p:spPr>
        <p:txBody>
          <a:bodyPr/>
          <a:lstStyle>
            <a:lvl1pPr>
              <a:defRPr/>
            </a:lvl1pPr>
          </a:lstStyle>
          <a:p>
            <a:r>
              <a:rPr lang="sv-SE"/>
              <a:t>Klicka för att lägga till rubrik</a:t>
            </a:r>
          </a:p>
        </p:txBody>
      </p:sp>
    </p:spTree>
    <p:extLst>
      <p:ext uri="{BB962C8B-B14F-4D97-AF65-F5344CB8AC3E}">
        <p14:creationId xmlns:p14="http://schemas.microsoft.com/office/powerpoint/2010/main" val="1800422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ubrik och innehåll">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6B25631-0701-40C3-A2E5-991715C6245C}"/>
              </a:ext>
            </a:extLst>
          </p:cNvPr>
          <p:cNvSpPr>
            <a:spLocks noGrp="1"/>
          </p:cNvSpPr>
          <p:nvPr>
            <p:ph type="title" hasCustomPrompt="1"/>
          </p:nvPr>
        </p:nvSpPr>
        <p:spPr/>
        <p:txBody>
          <a:bodyPr/>
          <a:lstStyle>
            <a:lvl1pPr>
              <a:defRPr/>
            </a:lvl1pPr>
          </a:lstStyle>
          <a:p>
            <a:r>
              <a:rPr lang="sv-SE"/>
              <a:t>Klicka för att lägga till rubrik</a:t>
            </a:r>
          </a:p>
        </p:txBody>
      </p:sp>
      <p:sp>
        <p:nvSpPr>
          <p:cNvPr id="14" name="Platshållare för innehåll 13">
            <a:extLst>
              <a:ext uri="{FF2B5EF4-FFF2-40B4-BE49-F238E27FC236}">
                <a16:creationId xmlns:a16="http://schemas.microsoft.com/office/drawing/2014/main" id="{A9936CC4-BC31-7B4D-38E0-EC836B72C571}"/>
              </a:ext>
            </a:extLst>
          </p:cNvPr>
          <p:cNvSpPr>
            <a:spLocks noGrp="1"/>
          </p:cNvSpPr>
          <p:nvPr>
            <p:ph sz="quarter" idx="13"/>
          </p:nvPr>
        </p:nvSpPr>
        <p:spPr>
          <a:xfrm>
            <a:off x="1092200" y="2113722"/>
            <a:ext cx="8650817" cy="3311526"/>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3" name="Platshållare för datum 2">
            <a:extLst>
              <a:ext uri="{FF2B5EF4-FFF2-40B4-BE49-F238E27FC236}">
                <a16:creationId xmlns:a16="http://schemas.microsoft.com/office/drawing/2014/main" id="{F168E8F4-CCAB-9D62-770E-18594C9FC9F7}"/>
              </a:ext>
            </a:extLst>
          </p:cNvPr>
          <p:cNvSpPr>
            <a:spLocks noGrp="1"/>
          </p:cNvSpPr>
          <p:nvPr>
            <p:ph type="dt" sz="half" idx="14"/>
          </p:nvPr>
        </p:nvSpPr>
        <p:spPr>
          <a:xfrm>
            <a:off x="10901363" y="136525"/>
            <a:ext cx="908050" cy="141687"/>
          </a:xfrm>
          <a:prstGeom prst="rect">
            <a:avLst/>
          </a:prstGeom>
        </p:spPr>
        <p:txBody>
          <a:bodyPr/>
          <a:lstStyle/>
          <a:p>
            <a:fld id="{2683CE48-9A04-4EAD-ACE6-F96EF5477165}" type="datetime1">
              <a:rPr lang="sv-SE" smtClean="0"/>
              <a:t>2026-10-19</a:t>
            </a:fld>
            <a:endParaRPr lang="sv-SE"/>
          </a:p>
        </p:txBody>
      </p:sp>
      <p:sp>
        <p:nvSpPr>
          <p:cNvPr id="6" name="Platshållare för sidfot 5">
            <a:extLst>
              <a:ext uri="{FF2B5EF4-FFF2-40B4-BE49-F238E27FC236}">
                <a16:creationId xmlns:a16="http://schemas.microsoft.com/office/drawing/2014/main" id="{161B6ECD-BDF0-7F15-B856-12CA1DBAC087}"/>
              </a:ext>
            </a:extLst>
          </p:cNvPr>
          <p:cNvSpPr>
            <a:spLocks noGrp="1"/>
          </p:cNvSpPr>
          <p:nvPr>
            <p:ph type="ftr" sz="quarter" idx="15"/>
          </p:nvPr>
        </p:nvSpPr>
        <p:spPr>
          <a:xfrm>
            <a:off x="389466" y="136525"/>
            <a:ext cx="4125383" cy="141687"/>
          </a:xfrm>
          <a:prstGeom prst="rect">
            <a:avLst/>
          </a:prstGeom>
        </p:spPr>
        <p:txBody>
          <a:bodyPr/>
          <a:lstStyle/>
          <a:p>
            <a:r>
              <a:rPr lang="sv-SE"/>
              <a:t>Sahlgrenska Universitetssjukhuset</a:t>
            </a:r>
          </a:p>
        </p:txBody>
      </p:sp>
      <p:sp>
        <p:nvSpPr>
          <p:cNvPr id="7" name="Rektangel: ett hörn rundat 6">
            <a:extLst>
              <a:ext uri="{FF2B5EF4-FFF2-40B4-BE49-F238E27FC236}">
                <a16:creationId xmlns:a16="http://schemas.microsoft.com/office/drawing/2014/main" id="{73A585E4-AFD9-73B3-6228-5EC2E00562B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flipH="1" flipV="1">
            <a:off x="10371138" y="380999"/>
            <a:ext cx="1433512" cy="1019173"/>
          </a:xfrm>
          <a:prstGeom prst="round1Rect">
            <a:avLst>
              <a:gd name="adj" fmla="val 4890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Rektangel: ett hörn rundat 8">
            <a:extLst>
              <a:ext uri="{FF2B5EF4-FFF2-40B4-BE49-F238E27FC236}">
                <a16:creationId xmlns:a16="http://schemas.microsoft.com/office/drawing/2014/main" id="{10FBF7AD-460F-553E-5C7C-F85B1FC5BAE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flipV="1">
            <a:off x="10371138" y="3439316"/>
            <a:ext cx="1433512" cy="3056098"/>
          </a:xfrm>
          <a:prstGeom prst="round1Rect">
            <a:avLst>
              <a:gd name="adj" fmla="val 4026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 name="Rektangel: ett hörn rundat 3">
            <a:extLst>
              <a:ext uri="{FF2B5EF4-FFF2-40B4-BE49-F238E27FC236}">
                <a16:creationId xmlns:a16="http://schemas.microsoft.com/office/drawing/2014/main" id="{8C775376-46FB-A72F-82DD-C40E6FBDCCE7}"/>
              </a:ext>
              <a:ext uri="{C183D7F6-B498-43B3-948B-1728B52AA6E4}">
                <adec:decorative xmlns:adec="http://schemas.microsoft.com/office/drawing/2017/decorative" val="1"/>
              </a:ext>
            </a:extLst>
          </p:cNvPr>
          <p:cNvSpPr>
            <a:spLocks/>
          </p:cNvSpPr>
          <p:nvPr userDrawn="1"/>
        </p:nvSpPr>
        <p:spPr>
          <a:xfrm rot="10800000" flipH="1">
            <a:off x="10371138" y="1402562"/>
            <a:ext cx="1433512" cy="2036754"/>
          </a:xfrm>
          <a:prstGeom prst="round1Rect">
            <a:avLst>
              <a:gd name="adj" fmla="val 3733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2054511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ubrik, innehåll och bild">
    <p:spTree>
      <p:nvGrpSpPr>
        <p:cNvPr id="1" name=""/>
        <p:cNvGrpSpPr/>
        <p:nvPr/>
      </p:nvGrpSpPr>
      <p:grpSpPr>
        <a:xfrm>
          <a:off x="0" y="0"/>
          <a:ext cx="0" cy="0"/>
          <a:chOff x="0" y="0"/>
          <a:chExt cx="0" cy="0"/>
        </a:xfrm>
      </p:grpSpPr>
      <p:sp>
        <p:nvSpPr>
          <p:cNvPr id="3" name="Rubrik 2">
            <a:extLst>
              <a:ext uri="{FF2B5EF4-FFF2-40B4-BE49-F238E27FC236}">
                <a16:creationId xmlns:a16="http://schemas.microsoft.com/office/drawing/2014/main" id="{877B3524-D6C4-8016-A0B9-76DB7A408CF7}"/>
              </a:ext>
            </a:extLst>
          </p:cNvPr>
          <p:cNvSpPr>
            <a:spLocks noGrp="1"/>
          </p:cNvSpPr>
          <p:nvPr>
            <p:ph type="title" hasCustomPrompt="1"/>
          </p:nvPr>
        </p:nvSpPr>
        <p:spPr>
          <a:xfrm>
            <a:off x="1100667" y="425716"/>
            <a:ext cx="4995333" cy="1047750"/>
          </a:xfrm>
        </p:spPr>
        <p:txBody>
          <a:bodyPr/>
          <a:lstStyle>
            <a:lvl1pPr>
              <a:defRPr/>
            </a:lvl1pPr>
          </a:lstStyle>
          <a:p>
            <a:r>
              <a:rPr lang="sv-SE"/>
              <a:t>Rubrik</a:t>
            </a:r>
          </a:p>
        </p:txBody>
      </p:sp>
      <p:sp>
        <p:nvSpPr>
          <p:cNvPr id="9" name="Platshållare för innehåll 8">
            <a:extLst>
              <a:ext uri="{FF2B5EF4-FFF2-40B4-BE49-F238E27FC236}">
                <a16:creationId xmlns:a16="http://schemas.microsoft.com/office/drawing/2014/main" id="{D5FF0E6C-D325-C355-90B1-214F162C31D1}"/>
              </a:ext>
            </a:extLst>
          </p:cNvPr>
          <p:cNvSpPr>
            <a:spLocks noGrp="1"/>
          </p:cNvSpPr>
          <p:nvPr>
            <p:ph sz="quarter" idx="14"/>
          </p:nvPr>
        </p:nvSpPr>
        <p:spPr>
          <a:xfrm>
            <a:off x="1092200" y="2113722"/>
            <a:ext cx="5003800" cy="3756990"/>
          </a:xfrm>
          <a:custGeom>
            <a:avLst/>
            <a:gdLst>
              <a:gd name="connsiteX0" fmla="*/ 0 w 4919133"/>
              <a:gd name="connsiteY0" fmla="*/ 0 h 3756990"/>
              <a:gd name="connsiteX1" fmla="*/ 4919133 w 4919133"/>
              <a:gd name="connsiteY1" fmla="*/ 0 h 3756990"/>
              <a:gd name="connsiteX2" fmla="*/ 4919133 w 4919133"/>
              <a:gd name="connsiteY2" fmla="*/ 3756990 h 3756990"/>
              <a:gd name="connsiteX3" fmla="*/ 0 w 4919133"/>
              <a:gd name="connsiteY3" fmla="*/ 3756990 h 3756990"/>
            </a:gdLst>
            <a:ahLst/>
            <a:cxnLst>
              <a:cxn ang="0">
                <a:pos x="connsiteX0" y="connsiteY0"/>
              </a:cxn>
              <a:cxn ang="0">
                <a:pos x="connsiteX1" y="connsiteY1"/>
              </a:cxn>
              <a:cxn ang="0">
                <a:pos x="connsiteX2" y="connsiteY2"/>
              </a:cxn>
              <a:cxn ang="0">
                <a:pos x="connsiteX3" y="connsiteY3"/>
              </a:cxn>
            </a:cxnLst>
            <a:rect l="l" t="t" r="r" b="b"/>
            <a:pathLst>
              <a:path w="4919133" h="3756990">
                <a:moveTo>
                  <a:pt x="0" y="0"/>
                </a:moveTo>
                <a:lnTo>
                  <a:pt x="4919133" y="0"/>
                </a:lnTo>
                <a:lnTo>
                  <a:pt x="4919133" y="3756990"/>
                </a:lnTo>
                <a:lnTo>
                  <a:pt x="0" y="3756990"/>
                </a:lnTo>
                <a:close/>
              </a:path>
            </a:pathLst>
          </a:custGeom>
        </p:spPr>
        <p:txBody>
          <a:bodyPr wrap="square">
            <a:noAutofit/>
          </a:bodyPr>
          <a:lstStyle>
            <a:lvl1pPr marL="0" indent="0">
              <a:buNone/>
              <a:defRPr/>
            </a:lvl1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12" name="Platshållare för bild 11">
            <a:extLst>
              <a:ext uri="{FF2B5EF4-FFF2-40B4-BE49-F238E27FC236}">
                <a16:creationId xmlns:a16="http://schemas.microsoft.com/office/drawing/2014/main" id="{1703F1CD-4B7B-907E-729A-4E87F6ADB81A}"/>
              </a:ext>
            </a:extLst>
          </p:cNvPr>
          <p:cNvSpPr>
            <a:spLocks noGrp="1"/>
          </p:cNvSpPr>
          <p:nvPr>
            <p:ph type="pic" sz="quarter" idx="13"/>
          </p:nvPr>
        </p:nvSpPr>
        <p:spPr>
          <a:xfrm>
            <a:off x="6801696" y="380998"/>
            <a:ext cx="5002954" cy="6071396"/>
          </a:xfrm>
          <a:custGeom>
            <a:avLst/>
            <a:gdLst>
              <a:gd name="connsiteX0" fmla="*/ 0 w 5002954"/>
              <a:gd name="connsiteY0" fmla="*/ 0 h 6071396"/>
              <a:gd name="connsiteX1" fmla="*/ 5002954 w 5002954"/>
              <a:gd name="connsiteY1" fmla="*/ 0 h 6071396"/>
              <a:gd name="connsiteX2" fmla="*/ 5002954 w 5002954"/>
              <a:gd name="connsiteY2" fmla="*/ 5059476 h 6071396"/>
              <a:gd name="connsiteX3" fmla="*/ 3991034 w 5002954"/>
              <a:gd name="connsiteY3" fmla="*/ 6071396 h 6071396"/>
              <a:gd name="connsiteX4" fmla="*/ 0 w 5002954"/>
              <a:gd name="connsiteY4" fmla="*/ 6071396 h 6071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2954" h="6071396">
                <a:moveTo>
                  <a:pt x="0" y="0"/>
                </a:moveTo>
                <a:lnTo>
                  <a:pt x="5002954" y="0"/>
                </a:lnTo>
                <a:lnTo>
                  <a:pt x="5002954" y="5059476"/>
                </a:lnTo>
                <a:cubicBezTo>
                  <a:pt x="5002954" y="5618344"/>
                  <a:pt x="4549902" y="6071396"/>
                  <a:pt x="3991034" y="6071396"/>
                </a:cubicBezTo>
                <a:lnTo>
                  <a:pt x="0" y="6071396"/>
                </a:lnTo>
                <a:close/>
              </a:path>
            </a:pathLst>
          </a:custGeom>
          <a:solidFill>
            <a:schemeClr val="bg1">
              <a:lumMod val="95000"/>
            </a:schemeClr>
          </a:solidFill>
        </p:spPr>
        <p:txBody>
          <a:bodyPr wrap="square">
            <a:noAutofit/>
          </a:bodyPr>
          <a:lstStyle>
            <a:lvl1pPr marL="0" indent="0">
              <a:buNone/>
              <a:defRPr/>
            </a:lvl1pPr>
          </a:lstStyle>
          <a:p>
            <a:r>
              <a:rPr lang="sv-SE"/>
              <a:t>Klicka på ikonen för att lägga till en bild</a:t>
            </a:r>
          </a:p>
        </p:txBody>
      </p:sp>
      <p:sp>
        <p:nvSpPr>
          <p:cNvPr id="2" name="Platshållare för datum 1">
            <a:extLst>
              <a:ext uri="{FF2B5EF4-FFF2-40B4-BE49-F238E27FC236}">
                <a16:creationId xmlns:a16="http://schemas.microsoft.com/office/drawing/2014/main" id="{625E6907-50BC-FFF4-F6B9-BF2B7373C4A2}"/>
              </a:ext>
            </a:extLst>
          </p:cNvPr>
          <p:cNvSpPr>
            <a:spLocks noGrp="1"/>
          </p:cNvSpPr>
          <p:nvPr>
            <p:ph type="dt" sz="half" idx="15"/>
          </p:nvPr>
        </p:nvSpPr>
        <p:spPr>
          <a:xfrm>
            <a:off x="10901363" y="136525"/>
            <a:ext cx="908050" cy="141687"/>
          </a:xfrm>
          <a:prstGeom prst="rect">
            <a:avLst/>
          </a:prstGeom>
        </p:spPr>
        <p:txBody>
          <a:bodyPr/>
          <a:lstStyle/>
          <a:p>
            <a:fld id="{4B776B95-268A-4CFA-BBA5-9ACA910E4F80}" type="datetime1">
              <a:rPr lang="sv-SE" smtClean="0"/>
              <a:t>2026-10-19</a:t>
            </a:fld>
            <a:endParaRPr lang="sv-SE"/>
          </a:p>
        </p:txBody>
      </p:sp>
      <p:sp>
        <p:nvSpPr>
          <p:cNvPr id="4" name="Platshållare för sidfot 3">
            <a:extLst>
              <a:ext uri="{FF2B5EF4-FFF2-40B4-BE49-F238E27FC236}">
                <a16:creationId xmlns:a16="http://schemas.microsoft.com/office/drawing/2014/main" id="{2F1EC206-E47A-5E7F-9581-B76ADE31A8FE}"/>
              </a:ext>
            </a:extLst>
          </p:cNvPr>
          <p:cNvSpPr>
            <a:spLocks noGrp="1"/>
          </p:cNvSpPr>
          <p:nvPr>
            <p:ph type="ftr" sz="quarter" idx="16"/>
          </p:nvPr>
        </p:nvSpPr>
        <p:spPr>
          <a:xfrm>
            <a:off x="389466" y="136525"/>
            <a:ext cx="4125383" cy="141687"/>
          </a:xfrm>
          <a:prstGeom prst="rect">
            <a:avLst/>
          </a:prstGeom>
        </p:spPr>
        <p:txBody>
          <a:bodyPr/>
          <a:lstStyle/>
          <a:p>
            <a:r>
              <a:rPr lang="sv-SE"/>
              <a:t>Sahlgrenska Universitetssjukhuset</a:t>
            </a:r>
          </a:p>
        </p:txBody>
      </p:sp>
    </p:spTree>
    <p:extLst>
      <p:ext uri="{BB962C8B-B14F-4D97-AF65-F5344CB8AC3E}">
        <p14:creationId xmlns:p14="http://schemas.microsoft.com/office/powerpoint/2010/main" val="3143030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ast helbild">
    <p:spTree>
      <p:nvGrpSpPr>
        <p:cNvPr id="1" name=""/>
        <p:cNvGrpSpPr/>
        <p:nvPr/>
      </p:nvGrpSpPr>
      <p:grpSpPr>
        <a:xfrm>
          <a:off x="0" y="0"/>
          <a:ext cx="0" cy="0"/>
          <a:chOff x="0" y="0"/>
          <a:chExt cx="0" cy="0"/>
        </a:xfrm>
      </p:grpSpPr>
      <p:sp>
        <p:nvSpPr>
          <p:cNvPr id="5" name="Platshållare för bild 4">
            <a:extLst>
              <a:ext uri="{FF2B5EF4-FFF2-40B4-BE49-F238E27FC236}">
                <a16:creationId xmlns:a16="http://schemas.microsoft.com/office/drawing/2014/main" id="{BA959C0A-3CC4-CB74-4993-5594A5630A2F}"/>
              </a:ext>
            </a:extLst>
          </p:cNvPr>
          <p:cNvSpPr>
            <a:spLocks noGrp="1"/>
          </p:cNvSpPr>
          <p:nvPr>
            <p:ph type="pic" sz="quarter" idx="13"/>
          </p:nvPr>
        </p:nvSpPr>
        <p:spPr>
          <a:xfrm>
            <a:off x="389466" y="380999"/>
            <a:ext cx="11413068" cy="6099176"/>
          </a:xfrm>
          <a:custGeom>
            <a:avLst/>
            <a:gdLst>
              <a:gd name="connsiteX0" fmla="*/ 0 w 11413068"/>
              <a:gd name="connsiteY0" fmla="*/ 0 h 6099176"/>
              <a:gd name="connsiteX1" fmla="*/ 11413068 w 11413068"/>
              <a:gd name="connsiteY1" fmla="*/ 0 h 6099176"/>
              <a:gd name="connsiteX2" fmla="*/ 11413068 w 11413068"/>
              <a:gd name="connsiteY2" fmla="*/ 27780 h 6099176"/>
              <a:gd name="connsiteX3" fmla="*/ 11413068 w 11413068"/>
              <a:gd name="connsiteY3" fmla="*/ 5082626 h 6099176"/>
              <a:gd name="connsiteX4" fmla="*/ 11413068 w 11413068"/>
              <a:gd name="connsiteY4" fmla="*/ 5087256 h 6099176"/>
              <a:gd name="connsiteX5" fmla="*/ 10401148 w 11413068"/>
              <a:gd name="connsiteY5" fmla="*/ 6099176 h 6099176"/>
              <a:gd name="connsiteX6" fmla="*/ 10396518 w 11413068"/>
              <a:gd name="connsiteY6" fmla="*/ 6099176 h 6099176"/>
              <a:gd name="connsiteX7" fmla="*/ 0 w 11413068"/>
              <a:gd name="connsiteY7" fmla="*/ 6099176 h 6099176"/>
              <a:gd name="connsiteX8" fmla="*/ 0 w 11413068"/>
              <a:gd name="connsiteY8" fmla="*/ 27780 h 6099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13068" h="6099176">
                <a:moveTo>
                  <a:pt x="0" y="0"/>
                </a:moveTo>
                <a:lnTo>
                  <a:pt x="11413068" y="0"/>
                </a:lnTo>
                <a:lnTo>
                  <a:pt x="11413068" y="27780"/>
                </a:lnTo>
                <a:lnTo>
                  <a:pt x="11413068" y="5082626"/>
                </a:lnTo>
                <a:lnTo>
                  <a:pt x="11413068" y="5087256"/>
                </a:lnTo>
                <a:cubicBezTo>
                  <a:pt x="11413068" y="5646124"/>
                  <a:pt x="10960016" y="6099176"/>
                  <a:pt x="10401148" y="6099176"/>
                </a:cubicBezTo>
                <a:lnTo>
                  <a:pt x="10396518" y="6099176"/>
                </a:lnTo>
                <a:lnTo>
                  <a:pt x="0" y="6099176"/>
                </a:lnTo>
                <a:lnTo>
                  <a:pt x="0" y="27780"/>
                </a:lnTo>
                <a:close/>
              </a:path>
            </a:pathLst>
          </a:custGeom>
          <a:solidFill>
            <a:schemeClr val="bg1">
              <a:lumMod val="95000"/>
            </a:schemeClr>
          </a:solidFill>
        </p:spPr>
        <p:txBody>
          <a:bodyPr wrap="square">
            <a:noAutofit/>
          </a:bodyPr>
          <a:lstStyle>
            <a:lvl1pPr marL="0" indent="0">
              <a:buNone/>
              <a:defRPr/>
            </a:lvl1pPr>
          </a:lstStyle>
          <a:p>
            <a:r>
              <a:rPr lang="sv-SE"/>
              <a:t>Klicka på ikonen för att lägga till en bild</a:t>
            </a:r>
          </a:p>
        </p:txBody>
      </p:sp>
      <p:sp>
        <p:nvSpPr>
          <p:cNvPr id="4" name="Platshållare för datum 3">
            <a:extLst>
              <a:ext uri="{FF2B5EF4-FFF2-40B4-BE49-F238E27FC236}">
                <a16:creationId xmlns:a16="http://schemas.microsoft.com/office/drawing/2014/main" id="{A100F903-3478-7793-DE93-655C7E1A353D}"/>
              </a:ext>
            </a:extLst>
          </p:cNvPr>
          <p:cNvSpPr>
            <a:spLocks noGrp="1"/>
          </p:cNvSpPr>
          <p:nvPr>
            <p:ph type="dt" sz="half" idx="14"/>
          </p:nvPr>
        </p:nvSpPr>
        <p:spPr>
          <a:xfrm>
            <a:off x="10901363" y="136525"/>
            <a:ext cx="908050" cy="141687"/>
          </a:xfrm>
          <a:prstGeom prst="rect">
            <a:avLst/>
          </a:prstGeom>
        </p:spPr>
        <p:txBody>
          <a:bodyPr/>
          <a:lstStyle/>
          <a:p>
            <a:fld id="{CF936256-C231-4A85-ABBC-B9D46D6BA76A}" type="datetime1">
              <a:rPr lang="sv-SE" smtClean="0"/>
              <a:t>2026-10-19</a:t>
            </a:fld>
            <a:endParaRPr lang="sv-SE"/>
          </a:p>
        </p:txBody>
      </p:sp>
      <p:sp>
        <p:nvSpPr>
          <p:cNvPr id="6" name="Platshållare för sidfot 5">
            <a:extLst>
              <a:ext uri="{FF2B5EF4-FFF2-40B4-BE49-F238E27FC236}">
                <a16:creationId xmlns:a16="http://schemas.microsoft.com/office/drawing/2014/main" id="{3CF62D2F-E5FD-F410-EE14-94871D7A62B1}"/>
              </a:ext>
            </a:extLst>
          </p:cNvPr>
          <p:cNvSpPr>
            <a:spLocks noGrp="1"/>
          </p:cNvSpPr>
          <p:nvPr>
            <p:ph type="ftr" sz="quarter" idx="15"/>
          </p:nvPr>
        </p:nvSpPr>
        <p:spPr>
          <a:xfrm>
            <a:off x="389466" y="136525"/>
            <a:ext cx="4125383" cy="141687"/>
          </a:xfrm>
          <a:prstGeom prst="rect">
            <a:avLst/>
          </a:prstGeom>
        </p:spPr>
        <p:txBody>
          <a:bodyPr/>
          <a:lstStyle/>
          <a:p>
            <a:r>
              <a:rPr lang="sv-SE"/>
              <a:t>Sahlgrenska Universitetssjukhuset</a:t>
            </a:r>
          </a:p>
        </p:txBody>
      </p:sp>
    </p:spTree>
    <p:extLst>
      <p:ext uri="{BB962C8B-B14F-4D97-AF65-F5344CB8AC3E}">
        <p14:creationId xmlns:p14="http://schemas.microsoft.com/office/powerpoint/2010/main" val="3548231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Rubrik, innehåll och bild">
    <p:spTree>
      <p:nvGrpSpPr>
        <p:cNvPr id="1" name=""/>
        <p:cNvGrpSpPr/>
        <p:nvPr/>
      </p:nvGrpSpPr>
      <p:grpSpPr>
        <a:xfrm>
          <a:off x="0" y="0"/>
          <a:ext cx="0" cy="0"/>
          <a:chOff x="0" y="0"/>
          <a:chExt cx="0" cy="0"/>
        </a:xfrm>
      </p:grpSpPr>
      <p:sp>
        <p:nvSpPr>
          <p:cNvPr id="39" name="Platshållare för bild 38">
            <a:extLst>
              <a:ext uri="{FF2B5EF4-FFF2-40B4-BE49-F238E27FC236}">
                <a16:creationId xmlns:a16="http://schemas.microsoft.com/office/drawing/2014/main" id="{187C5245-8B47-F402-0727-52A9F0502798}"/>
              </a:ext>
            </a:extLst>
          </p:cNvPr>
          <p:cNvSpPr>
            <a:spLocks noGrp="1"/>
          </p:cNvSpPr>
          <p:nvPr>
            <p:ph type="pic" sz="quarter" idx="16"/>
          </p:nvPr>
        </p:nvSpPr>
        <p:spPr>
          <a:xfrm>
            <a:off x="8943034" y="385199"/>
            <a:ext cx="2858400" cy="3045601"/>
          </a:xfrm>
          <a:custGeom>
            <a:avLst/>
            <a:gdLst>
              <a:gd name="connsiteX0" fmla="*/ 0 w 2858400"/>
              <a:gd name="connsiteY0" fmla="*/ 0 h 3045601"/>
              <a:gd name="connsiteX1" fmla="*/ 582742 w 2858400"/>
              <a:gd name="connsiteY1" fmla="*/ 0 h 3045601"/>
              <a:gd name="connsiteX2" fmla="*/ 2275658 w 2858400"/>
              <a:gd name="connsiteY2" fmla="*/ 0 h 3045601"/>
              <a:gd name="connsiteX3" fmla="*/ 2858400 w 2858400"/>
              <a:gd name="connsiteY3" fmla="*/ 0 h 3045601"/>
              <a:gd name="connsiteX4" fmla="*/ 2858400 w 2858400"/>
              <a:gd name="connsiteY4" fmla="*/ 582742 h 3045601"/>
              <a:gd name="connsiteX5" fmla="*/ 2858400 w 2858400"/>
              <a:gd name="connsiteY5" fmla="*/ 2347609 h 3045601"/>
              <a:gd name="connsiteX6" fmla="*/ 2858400 w 2858400"/>
              <a:gd name="connsiteY6" fmla="*/ 2462858 h 3045601"/>
              <a:gd name="connsiteX7" fmla="*/ 2858399 w 2858400"/>
              <a:gd name="connsiteY7" fmla="*/ 2462868 h 3045601"/>
              <a:gd name="connsiteX8" fmla="*/ 2858399 w 2858400"/>
              <a:gd name="connsiteY8" fmla="*/ 3045601 h 3045601"/>
              <a:gd name="connsiteX9" fmla="*/ 1042628 w 2858400"/>
              <a:gd name="connsiteY9" fmla="*/ 3045601 h 3045601"/>
              <a:gd name="connsiteX10" fmla="*/ 1042628 w 2858400"/>
              <a:gd name="connsiteY10" fmla="*/ 3045600 h 3045601"/>
              <a:gd name="connsiteX11" fmla="*/ 582742 w 2858400"/>
              <a:gd name="connsiteY11" fmla="*/ 3045600 h 3045601"/>
              <a:gd name="connsiteX12" fmla="*/ 0 w 2858400"/>
              <a:gd name="connsiteY12" fmla="*/ 2462858 h 3045601"/>
              <a:gd name="connsiteX13" fmla="*/ 0 w 2858400"/>
              <a:gd name="connsiteY13" fmla="*/ 2347609 h 3045601"/>
              <a:gd name="connsiteX14" fmla="*/ 0 w 2858400"/>
              <a:gd name="connsiteY14" fmla="*/ 582742 h 3045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58400" h="3045601">
                <a:moveTo>
                  <a:pt x="0" y="0"/>
                </a:moveTo>
                <a:lnTo>
                  <a:pt x="582742" y="0"/>
                </a:lnTo>
                <a:lnTo>
                  <a:pt x="2275658" y="0"/>
                </a:lnTo>
                <a:lnTo>
                  <a:pt x="2858400" y="0"/>
                </a:lnTo>
                <a:lnTo>
                  <a:pt x="2858400" y="582742"/>
                </a:lnTo>
                <a:lnTo>
                  <a:pt x="2858400" y="2347609"/>
                </a:lnTo>
                <a:lnTo>
                  <a:pt x="2858400" y="2462858"/>
                </a:lnTo>
                <a:lnTo>
                  <a:pt x="2858399" y="2462868"/>
                </a:lnTo>
                <a:lnTo>
                  <a:pt x="2858399" y="3045601"/>
                </a:lnTo>
                <a:lnTo>
                  <a:pt x="1042628" y="3045601"/>
                </a:lnTo>
                <a:lnTo>
                  <a:pt x="1042628" y="3045600"/>
                </a:lnTo>
                <a:lnTo>
                  <a:pt x="582742" y="3045600"/>
                </a:lnTo>
                <a:cubicBezTo>
                  <a:pt x="260902" y="3045600"/>
                  <a:pt x="0" y="2784698"/>
                  <a:pt x="0" y="2462858"/>
                </a:cubicBezTo>
                <a:lnTo>
                  <a:pt x="0" y="2347609"/>
                </a:lnTo>
                <a:lnTo>
                  <a:pt x="0" y="582742"/>
                </a:lnTo>
                <a:close/>
              </a:path>
            </a:pathLst>
          </a:custGeom>
          <a:solidFill>
            <a:srgbClr val="E7E1DF"/>
          </a:solidFill>
        </p:spPr>
        <p:txBody>
          <a:bodyPr wrap="square" lIns="108000" tIns="72000">
            <a:noAutofit/>
          </a:bodyPr>
          <a:lstStyle>
            <a:lvl1pPr marL="0" indent="0">
              <a:buFontTx/>
              <a:buNone/>
              <a:defRPr sz="2000"/>
            </a:lvl1pPr>
          </a:lstStyle>
          <a:p>
            <a:r>
              <a:rPr lang="sv-SE"/>
              <a:t>Klicka på ikonen för att lägga till en bild</a:t>
            </a:r>
          </a:p>
        </p:txBody>
      </p:sp>
      <p:sp>
        <p:nvSpPr>
          <p:cNvPr id="44" name="Platshållare för bild 43">
            <a:extLst>
              <a:ext uri="{FF2B5EF4-FFF2-40B4-BE49-F238E27FC236}">
                <a16:creationId xmlns:a16="http://schemas.microsoft.com/office/drawing/2014/main" id="{457125D0-9A9D-2671-96B2-99317F8C6E91}"/>
              </a:ext>
            </a:extLst>
          </p:cNvPr>
          <p:cNvSpPr>
            <a:spLocks noGrp="1"/>
          </p:cNvSpPr>
          <p:nvPr>
            <p:ph type="pic" sz="quarter" idx="24"/>
          </p:nvPr>
        </p:nvSpPr>
        <p:spPr>
          <a:xfrm>
            <a:off x="8943035" y="3429736"/>
            <a:ext cx="2858400" cy="3045600"/>
          </a:xfrm>
          <a:custGeom>
            <a:avLst/>
            <a:gdLst>
              <a:gd name="connsiteX0" fmla="*/ 582742 w 2858400"/>
              <a:gd name="connsiteY0" fmla="*/ 0 h 3045600"/>
              <a:gd name="connsiteX1" fmla="*/ 795936 w 2858400"/>
              <a:gd name="connsiteY1" fmla="*/ 0 h 3045600"/>
              <a:gd name="connsiteX2" fmla="*/ 2275658 w 2858400"/>
              <a:gd name="connsiteY2" fmla="*/ 0 h 3045600"/>
              <a:gd name="connsiteX3" fmla="*/ 2858400 w 2858400"/>
              <a:gd name="connsiteY3" fmla="*/ 0 h 3045600"/>
              <a:gd name="connsiteX4" fmla="*/ 2858400 w 2858400"/>
              <a:gd name="connsiteY4" fmla="*/ 582742 h 3045600"/>
              <a:gd name="connsiteX5" fmla="*/ 2858400 w 2858400"/>
              <a:gd name="connsiteY5" fmla="*/ 1100700 h 3045600"/>
              <a:gd name="connsiteX6" fmla="*/ 2858400 w 2858400"/>
              <a:gd name="connsiteY6" fmla="*/ 1944900 h 3045600"/>
              <a:gd name="connsiteX7" fmla="*/ 2858400 w 2858400"/>
              <a:gd name="connsiteY7" fmla="*/ 2462858 h 3045600"/>
              <a:gd name="connsiteX8" fmla="*/ 2858400 w 2858400"/>
              <a:gd name="connsiteY8" fmla="*/ 3045600 h 3045600"/>
              <a:gd name="connsiteX9" fmla="*/ 2275658 w 2858400"/>
              <a:gd name="connsiteY9" fmla="*/ 3045600 h 3045600"/>
              <a:gd name="connsiteX10" fmla="*/ 582742 w 2858400"/>
              <a:gd name="connsiteY10" fmla="*/ 3045600 h 3045600"/>
              <a:gd name="connsiteX11" fmla="*/ 0 w 2858400"/>
              <a:gd name="connsiteY11" fmla="*/ 3045600 h 3045600"/>
              <a:gd name="connsiteX12" fmla="*/ 0 w 2858400"/>
              <a:gd name="connsiteY12" fmla="*/ 2462858 h 3045600"/>
              <a:gd name="connsiteX13" fmla="*/ 0 w 2858400"/>
              <a:gd name="connsiteY13" fmla="*/ 1100700 h 3045600"/>
              <a:gd name="connsiteX14" fmla="*/ 0 w 2858400"/>
              <a:gd name="connsiteY14" fmla="*/ 582742 h 3045600"/>
              <a:gd name="connsiteX15" fmla="*/ 582742 w 2858400"/>
              <a:gd name="connsiteY15" fmla="*/ 0 h 304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58400" h="3045600">
                <a:moveTo>
                  <a:pt x="582742" y="0"/>
                </a:moveTo>
                <a:lnTo>
                  <a:pt x="795936" y="0"/>
                </a:lnTo>
                <a:lnTo>
                  <a:pt x="2275658" y="0"/>
                </a:lnTo>
                <a:lnTo>
                  <a:pt x="2858400" y="0"/>
                </a:lnTo>
                <a:lnTo>
                  <a:pt x="2858400" y="582742"/>
                </a:lnTo>
                <a:lnTo>
                  <a:pt x="2858400" y="1100700"/>
                </a:lnTo>
                <a:lnTo>
                  <a:pt x="2858400" y="1944900"/>
                </a:lnTo>
                <a:lnTo>
                  <a:pt x="2858400" y="2462858"/>
                </a:lnTo>
                <a:lnTo>
                  <a:pt x="2858400" y="3045600"/>
                </a:lnTo>
                <a:lnTo>
                  <a:pt x="2275658" y="3045600"/>
                </a:lnTo>
                <a:lnTo>
                  <a:pt x="582742" y="3045600"/>
                </a:lnTo>
                <a:lnTo>
                  <a:pt x="0" y="3045600"/>
                </a:lnTo>
                <a:lnTo>
                  <a:pt x="0" y="2462858"/>
                </a:lnTo>
                <a:lnTo>
                  <a:pt x="0" y="1100700"/>
                </a:lnTo>
                <a:lnTo>
                  <a:pt x="0" y="582742"/>
                </a:lnTo>
                <a:cubicBezTo>
                  <a:pt x="0" y="260902"/>
                  <a:pt x="260902" y="0"/>
                  <a:pt x="582742" y="0"/>
                </a:cubicBezTo>
                <a:close/>
              </a:path>
            </a:pathLst>
          </a:custGeom>
          <a:solidFill>
            <a:srgbClr val="B3EBF2"/>
          </a:solidFill>
        </p:spPr>
        <p:txBody>
          <a:bodyPr wrap="square" lIns="108000" tIns="72000">
            <a:noAutofit/>
          </a:bodyPr>
          <a:lstStyle>
            <a:lvl1pPr marL="0" indent="0">
              <a:buFontTx/>
              <a:buNone/>
              <a:defRPr sz="2000"/>
            </a:lvl1pPr>
          </a:lstStyle>
          <a:p>
            <a:r>
              <a:rPr lang="sv-SE"/>
              <a:t>Klicka på ikonen för att lägga till en bild</a:t>
            </a:r>
          </a:p>
        </p:txBody>
      </p:sp>
      <p:sp>
        <p:nvSpPr>
          <p:cNvPr id="2" name="Platshållare för datum 1">
            <a:extLst>
              <a:ext uri="{FF2B5EF4-FFF2-40B4-BE49-F238E27FC236}">
                <a16:creationId xmlns:a16="http://schemas.microsoft.com/office/drawing/2014/main" id="{934B6044-FD52-AB8A-45AA-D6BE2185863F}"/>
              </a:ext>
            </a:extLst>
          </p:cNvPr>
          <p:cNvSpPr>
            <a:spLocks noGrp="1"/>
          </p:cNvSpPr>
          <p:nvPr>
            <p:ph type="dt" sz="half" idx="15"/>
          </p:nvPr>
        </p:nvSpPr>
        <p:spPr>
          <a:xfrm>
            <a:off x="10901363" y="136525"/>
            <a:ext cx="908050" cy="141687"/>
          </a:xfrm>
        </p:spPr>
        <p:txBody>
          <a:bodyPr/>
          <a:lstStyle/>
          <a:p>
            <a:fld id="{4B776B95-268A-4CFA-BBA5-9ACA910E4F80}" type="datetime1">
              <a:rPr lang="sv-SE" smtClean="0"/>
              <a:t>2026-10-19</a:t>
            </a:fld>
            <a:endParaRPr lang="sv-SE"/>
          </a:p>
        </p:txBody>
      </p:sp>
      <p:sp>
        <p:nvSpPr>
          <p:cNvPr id="4" name="Platshållare för sidfot 3">
            <a:extLst>
              <a:ext uri="{FF2B5EF4-FFF2-40B4-BE49-F238E27FC236}">
                <a16:creationId xmlns:a16="http://schemas.microsoft.com/office/drawing/2014/main" id="{2E6425D3-C31B-20D6-2106-7DF17C380EAC}"/>
              </a:ext>
            </a:extLst>
          </p:cNvPr>
          <p:cNvSpPr>
            <a:spLocks noGrp="1"/>
          </p:cNvSpPr>
          <p:nvPr>
            <p:ph type="ftr" sz="quarter" idx="27"/>
          </p:nvPr>
        </p:nvSpPr>
        <p:spPr>
          <a:xfrm>
            <a:off x="389466" y="136525"/>
            <a:ext cx="4125383" cy="141687"/>
          </a:xfrm>
        </p:spPr>
        <p:txBody>
          <a:bodyPr/>
          <a:lstStyle/>
          <a:p>
            <a:r>
              <a:rPr lang="sv-SE"/>
              <a:t>Sahlgrenska Universitetssjukhuset</a:t>
            </a:r>
          </a:p>
        </p:txBody>
      </p:sp>
      <p:sp>
        <p:nvSpPr>
          <p:cNvPr id="5" name="Rubrik 1">
            <a:extLst>
              <a:ext uri="{FF2B5EF4-FFF2-40B4-BE49-F238E27FC236}">
                <a16:creationId xmlns:a16="http://schemas.microsoft.com/office/drawing/2014/main" id="{B5E8B0EA-A9AA-B9D7-4709-3125B8DA2AFE}"/>
              </a:ext>
            </a:extLst>
          </p:cNvPr>
          <p:cNvSpPr>
            <a:spLocks noGrp="1"/>
          </p:cNvSpPr>
          <p:nvPr>
            <p:ph type="title" hasCustomPrompt="1"/>
          </p:nvPr>
        </p:nvSpPr>
        <p:spPr>
          <a:xfrm>
            <a:off x="1096620" y="666000"/>
            <a:ext cx="6910557" cy="1047750"/>
          </a:xfrm>
          <a:prstGeom prst="rect">
            <a:avLst/>
          </a:prstGeom>
        </p:spPr>
        <p:txBody>
          <a:bodyPr anchor="t" anchorCtr="0"/>
          <a:lstStyle>
            <a:lvl1pPr>
              <a:defRPr/>
            </a:lvl1pPr>
          </a:lstStyle>
          <a:p>
            <a:r>
              <a:rPr lang="sv-SE"/>
              <a:t>Rubrik</a:t>
            </a:r>
          </a:p>
        </p:txBody>
      </p:sp>
      <p:sp>
        <p:nvSpPr>
          <p:cNvPr id="7" name="Platshållare för text 2">
            <a:extLst>
              <a:ext uri="{FF2B5EF4-FFF2-40B4-BE49-F238E27FC236}">
                <a16:creationId xmlns:a16="http://schemas.microsoft.com/office/drawing/2014/main" id="{072A7930-F0BC-52ED-C83F-1E41DF2DCF86}"/>
              </a:ext>
            </a:extLst>
          </p:cNvPr>
          <p:cNvSpPr>
            <a:spLocks noGrp="1"/>
          </p:cNvSpPr>
          <p:nvPr>
            <p:ph idx="1"/>
          </p:nvPr>
        </p:nvSpPr>
        <p:spPr>
          <a:xfrm>
            <a:off x="1099112" y="2098800"/>
            <a:ext cx="6908065" cy="3922588"/>
          </a:xfrm>
          <a:prstGeom prst="rect">
            <a:avLst/>
          </a:prstGeom>
        </p:spPr>
        <p:txBody>
          <a:bodyPr vert="horz" lIns="0" tIns="0" rIns="0" bIns="0" rtlCol="0">
            <a:no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Tree>
    <p:extLst>
      <p:ext uri="{BB962C8B-B14F-4D97-AF65-F5344CB8AC3E}">
        <p14:creationId xmlns:p14="http://schemas.microsoft.com/office/powerpoint/2010/main" val="2965309215"/>
      </p:ext>
    </p:extLst>
  </p:cSld>
  <p:clrMapOvr>
    <a:masterClrMapping/>
  </p:clrMapOvr>
  <p:extLst>
    <p:ext uri="{DCECCB84-F9BA-43D5-87BE-67443E8EF086}">
      <p15:sldGuideLst xmlns:p15="http://schemas.microsoft.com/office/powerpoint/2012/main">
        <p15:guide id="1" orient="horz" pos="1321">
          <p15:clr>
            <a:srgbClr val="FBAE40"/>
          </p15:clr>
        </p15:guide>
        <p15:guide id="2" pos="688">
          <p15:clr>
            <a:srgbClr val="FBAE40"/>
          </p15:clr>
        </p15:guide>
        <p15:guide id="3" orient="horz" pos="41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Rubrik, innehåll och bi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6B25631-0701-40C3-A2E5-991715C6245C}"/>
              </a:ext>
            </a:extLst>
          </p:cNvPr>
          <p:cNvSpPr>
            <a:spLocks noGrp="1"/>
          </p:cNvSpPr>
          <p:nvPr>
            <p:ph type="title" hasCustomPrompt="1"/>
          </p:nvPr>
        </p:nvSpPr>
        <p:spPr>
          <a:xfrm>
            <a:off x="1096621" y="666000"/>
            <a:ext cx="5760000" cy="1047750"/>
          </a:xfrm>
          <a:prstGeom prst="rect">
            <a:avLst/>
          </a:prstGeom>
        </p:spPr>
        <p:txBody>
          <a:bodyPr anchor="t" anchorCtr="0"/>
          <a:lstStyle>
            <a:lvl1pPr>
              <a:defRPr/>
            </a:lvl1pPr>
          </a:lstStyle>
          <a:p>
            <a:r>
              <a:rPr lang="sv-SE"/>
              <a:t>Rubrik</a:t>
            </a:r>
          </a:p>
        </p:txBody>
      </p:sp>
      <p:sp>
        <p:nvSpPr>
          <p:cNvPr id="4" name="Platshållare för text 2">
            <a:extLst>
              <a:ext uri="{FF2B5EF4-FFF2-40B4-BE49-F238E27FC236}">
                <a16:creationId xmlns:a16="http://schemas.microsoft.com/office/drawing/2014/main" id="{E32FB49D-5F22-65E1-116A-E103227C3F28}"/>
              </a:ext>
            </a:extLst>
          </p:cNvPr>
          <p:cNvSpPr>
            <a:spLocks noGrp="1"/>
          </p:cNvSpPr>
          <p:nvPr>
            <p:ph idx="1"/>
          </p:nvPr>
        </p:nvSpPr>
        <p:spPr>
          <a:xfrm>
            <a:off x="1099112" y="2098800"/>
            <a:ext cx="5757509" cy="3922588"/>
          </a:xfrm>
          <a:prstGeom prst="rect">
            <a:avLst/>
          </a:prstGeom>
        </p:spPr>
        <p:txBody>
          <a:bodyPr vert="horz" lIns="0" tIns="0" rIns="0" bIns="0" rtlCol="0">
            <a:no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17" name="Platshållare för bild 16">
            <a:extLst>
              <a:ext uri="{FF2B5EF4-FFF2-40B4-BE49-F238E27FC236}">
                <a16:creationId xmlns:a16="http://schemas.microsoft.com/office/drawing/2014/main" id="{105C1370-15B7-AC02-005A-AB507144F062}"/>
              </a:ext>
            </a:extLst>
          </p:cNvPr>
          <p:cNvSpPr>
            <a:spLocks noGrp="1"/>
          </p:cNvSpPr>
          <p:nvPr>
            <p:ph type="pic" sz="quarter" idx="27"/>
          </p:nvPr>
        </p:nvSpPr>
        <p:spPr>
          <a:xfrm>
            <a:off x="7513833" y="385197"/>
            <a:ext cx="4287600" cy="4536000"/>
          </a:xfrm>
          <a:custGeom>
            <a:avLst/>
            <a:gdLst>
              <a:gd name="connsiteX0" fmla="*/ 0 w 4287600"/>
              <a:gd name="connsiteY0" fmla="*/ 0 h 4536000"/>
              <a:gd name="connsiteX1" fmla="*/ 603951 w 4287600"/>
              <a:gd name="connsiteY1" fmla="*/ 0 h 4536000"/>
              <a:gd name="connsiteX2" fmla="*/ 1212476 w 4287600"/>
              <a:gd name="connsiteY2" fmla="*/ 0 h 4536000"/>
              <a:gd name="connsiteX3" fmla="*/ 3683649 w 4287600"/>
              <a:gd name="connsiteY3" fmla="*/ 0 h 4536000"/>
              <a:gd name="connsiteX4" fmla="*/ 4287599 w 4287600"/>
              <a:gd name="connsiteY4" fmla="*/ 0 h 4536000"/>
              <a:gd name="connsiteX5" fmla="*/ 4287600 w 4287600"/>
              <a:gd name="connsiteY5" fmla="*/ 0 h 4536000"/>
              <a:gd name="connsiteX6" fmla="*/ 4287600 w 4287600"/>
              <a:gd name="connsiteY6" fmla="*/ 603951 h 4536000"/>
              <a:gd name="connsiteX7" fmla="*/ 4287600 w 4287600"/>
              <a:gd name="connsiteY7" fmla="*/ 3362714 h 4536000"/>
              <a:gd name="connsiteX8" fmla="*/ 4287600 w 4287600"/>
              <a:gd name="connsiteY8" fmla="*/ 3932049 h 4536000"/>
              <a:gd name="connsiteX9" fmla="*/ 4287599 w 4287600"/>
              <a:gd name="connsiteY9" fmla="*/ 3932059 h 4536000"/>
              <a:gd name="connsiteX10" fmla="*/ 4287599 w 4287600"/>
              <a:gd name="connsiteY10" fmla="*/ 4536000 h 4536000"/>
              <a:gd name="connsiteX11" fmla="*/ 3683649 w 4287600"/>
              <a:gd name="connsiteY11" fmla="*/ 4536000 h 4536000"/>
              <a:gd name="connsiteX12" fmla="*/ 1212476 w 4287600"/>
              <a:gd name="connsiteY12" fmla="*/ 4536000 h 4536000"/>
              <a:gd name="connsiteX13" fmla="*/ 603951 w 4287600"/>
              <a:gd name="connsiteY13" fmla="*/ 4536000 h 4536000"/>
              <a:gd name="connsiteX14" fmla="*/ 0 w 4287600"/>
              <a:gd name="connsiteY14" fmla="*/ 3932049 h 4536000"/>
              <a:gd name="connsiteX15" fmla="*/ 0 w 4287600"/>
              <a:gd name="connsiteY15" fmla="*/ 3362714 h 4536000"/>
              <a:gd name="connsiteX16" fmla="*/ 0 w 4287600"/>
              <a:gd name="connsiteY16" fmla="*/ 603951 h 453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87600" h="4536000">
                <a:moveTo>
                  <a:pt x="0" y="0"/>
                </a:moveTo>
                <a:lnTo>
                  <a:pt x="603951" y="0"/>
                </a:lnTo>
                <a:lnTo>
                  <a:pt x="1212476" y="0"/>
                </a:lnTo>
                <a:lnTo>
                  <a:pt x="3683649" y="0"/>
                </a:lnTo>
                <a:lnTo>
                  <a:pt x="4287599" y="0"/>
                </a:lnTo>
                <a:lnTo>
                  <a:pt x="4287600" y="0"/>
                </a:lnTo>
                <a:lnTo>
                  <a:pt x="4287600" y="603951"/>
                </a:lnTo>
                <a:lnTo>
                  <a:pt x="4287600" y="3362714"/>
                </a:lnTo>
                <a:lnTo>
                  <a:pt x="4287600" y="3932049"/>
                </a:lnTo>
                <a:lnTo>
                  <a:pt x="4287599" y="3932059"/>
                </a:lnTo>
                <a:lnTo>
                  <a:pt x="4287599" y="4536000"/>
                </a:lnTo>
                <a:lnTo>
                  <a:pt x="3683649" y="4536000"/>
                </a:lnTo>
                <a:lnTo>
                  <a:pt x="1212476" y="4536000"/>
                </a:lnTo>
                <a:lnTo>
                  <a:pt x="603951" y="4536000"/>
                </a:lnTo>
                <a:cubicBezTo>
                  <a:pt x="270398" y="4536000"/>
                  <a:pt x="0" y="4265602"/>
                  <a:pt x="0" y="3932049"/>
                </a:cubicBezTo>
                <a:lnTo>
                  <a:pt x="0" y="3362714"/>
                </a:lnTo>
                <a:lnTo>
                  <a:pt x="0" y="603951"/>
                </a:lnTo>
                <a:close/>
              </a:path>
            </a:pathLst>
          </a:custGeom>
          <a:solidFill>
            <a:srgbClr val="E7E1DF"/>
          </a:solidFill>
        </p:spPr>
        <p:txBody>
          <a:bodyPr wrap="square" lIns="144000" tIns="108000">
            <a:noAutofit/>
          </a:bodyPr>
          <a:lstStyle>
            <a:lvl1pPr marL="0" indent="0">
              <a:buFontTx/>
              <a:buNone/>
              <a:defRPr sz="2000"/>
            </a:lvl1pPr>
          </a:lstStyle>
          <a:p>
            <a:r>
              <a:rPr lang="sv-SE"/>
              <a:t>Klicka på ikonen för att lägga till en bild</a:t>
            </a:r>
          </a:p>
        </p:txBody>
      </p:sp>
      <p:sp>
        <p:nvSpPr>
          <p:cNvPr id="28" name="Frihandsfigur 1">
            <a:extLst>
              <a:ext uri="{FF2B5EF4-FFF2-40B4-BE49-F238E27FC236}">
                <a16:creationId xmlns:a16="http://schemas.microsoft.com/office/drawing/2014/main" id="{16CBC3DE-3F59-07F4-0A63-FD475D0A55CD}"/>
              </a:ext>
              <a:ext uri="{C183D7F6-B498-43B3-948B-1728B52AA6E4}">
                <adec:decorative xmlns:adec="http://schemas.microsoft.com/office/drawing/2017/decorative" val="1"/>
              </a:ext>
            </a:extLst>
          </p:cNvPr>
          <p:cNvSpPr/>
          <p:nvPr userDrawn="1"/>
        </p:nvSpPr>
        <p:spPr>
          <a:xfrm>
            <a:off x="7513832" y="4921196"/>
            <a:ext cx="4287600" cy="1555200"/>
          </a:xfrm>
          <a:custGeom>
            <a:avLst/>
            <a:gdLst>
              <a:gd name="connsiteX0" fmla="*/ 567181 w 4287600"/>
              <a:gd name="connsiteY0" fmla="*/ 0 h 1555200"/>
              <a:gd name="connsiteX1" fmla="*/ 1713733 w 4287600"/>
              <a:gd name="connsiteY1" fmla="*/ 0 h 1555200"/>
              <a:gd name="connsiteX2" fmla="*/ 3720419 w 4287600"/>
              <a:gd name="connsiteY2" fmla="*/ 0 h 1555200"/>
              <a:gd name="connsiteX3" fmla="*/ 4287600 w 4287600"/>
              <a:gd name="connsiteY3" fmla="*/ 0 h 1555200"/>
              <a:gd name="connsiteX4" fmla="*/ 4287600 w 4287600"/>
              <a:gd name="connsiteY4" fmla="*/ 567181 h 1555200"/>
              <a:gd name="connsiteX5" fmla="*/ 4287600 w 4287600"/>
              <a:gd name="connsiteY5" fmla="*/ 988019 h 1555200"/>
              <a:gd name="connsiteX6" fmla="*/ 4287600 w 4287600"/>
              <a:gd name="connsiteY6" fmla="*/ 1555200 h 1555200"/>
              <a:gd name="connsiteX7" fmla="*/ 3720419 w 4287600"/>
              <a:gd name="connsiteY7" fmla="*/ 1555200 h 1555200"/>
              <a:gd name="connsiteX8" fmla="*/ 1713733 w 4287600"/>
              <a:gd name="connsiteY8" fmla="*/ 1555200 h 1555200"/>
              <a:gd name="connsiteX9" fmla="*/ 567181 w 4287600"/>
              <a:gd name="connsiteY9" fmla="*/ 1555200 h 1555200"/>
              <a:gd name="connsiteX10" fmla="*/ 567171 w 4287600"/>
              <a:gd name="connsiteY10" fmla="*/ 1555199 h 1555200"/>
              <a:gd name="connsiteX11" fmla="*/ 0 w 4287600"/>
              <a:gd name="connsiteY11" fmla="*/ 1555199 h 1555200"/>
              <a:gd name="connsiteX12" fmla="*/ 0 w 4287600"/>
              <a:gd name="connsiteY12" fmla="*/ 988019 h 1555200"/>
              <a:gd name="connsiteX13" fmla="*/ 0 w 4287600"/>
              <a:gd name="connsiteY13" fmla="*/ 711958 h 1555200"/>
              <a:gd name="connsiteX14" fmla="*/ 0 w 4287600"/>
              <a:gd name="connsiteY14" fmla="*/ 567181 h 1555200"/>
              <a:gd name="connsiteX15" fmla="*/ 567181 w 4287600"/>
              <a:gd name="connsiteY15" fmla="*/ 0 h 155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87600" h="1555200">
                <a:moveTo>
                  <a:pt x="567181" y="0"/>
                </a:moveTo>
                <a:lnTo>
                  <a:pt x="1713733" y="0"/>
                </a:lnTo>
                <a:lnTo>
                  <a:pt x="3720419" y="0"/>
                </a:lnTo>
                <a:lnTo>
                  <a:pt x="4287600" y="0"/>
                </a:lnTo>
                <a:lnTo>
                  <a:pt x="4287600" y="567181"/>
                </a:lnTo>
                <a:lnTo>
                  <a:pt x="4287600" y="988019"/>
                </a:lnTo>
                <a:lnTo>
                  <a:pt x="4287600" y="1555200"/>
                </a:lnTo>
                <a:lnTo>
                  <a:pt x="3720419" y="1555200"/>
                </a:lnTo>
                <a:lnTo>
                  <a:pt x="1713733" y="1555200"/>
                </a:lnTo>
                <a:lnTo>
                  <a:pt x="567181" y="1555200"/>
                </a:lnTo>
                <a:lnTo>
                  <a:pt x="567171" y="1555199"/>
                </a:lnTo>
                <a:lnTo>
                  <a:pt x="0" y="1555199"/>
                </a:lnTo>
                <a:lnTo>
                  <a:pt x="0" y="988019"/>
                </a:lnTo>
                <a:lnTo>
                  <a:pt x="0" y="711958"/>
                </a:lnTo>
                <a:lnTo>
                  <a:pt x="0" y="567181"/>
                </a:lnTo>
                <a:cubicBezTo>
                  <a:pt x="0" y="253936"/>
                  <a:pt x="253936" y="0"/>
                  <a:pt x="567181"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sv-SE"/>
          </a:p>
        </p:txBody>
      </p:sp>
      <p:sp>
        <p:nvSpPr>
          <p:cNvPr id="5" name="Platshållare för datum 1">
            <a:extLst>
              <a:ext uri="{FF2B5EF4-FFF2-40B4-BE49-F238E27FC236}">
                <a16:creationId xmlns:a16="http://schemas.microsoft.com/office/drawing/2014/main" id="{914DF1B5-8F8B-B8D4-277C-2E7BD70627AC}"/>
              </a:ext>
            </a:extLst>
          </p:cNvPr>
          <p:cNvSpPr>
            <a:spLocks noGrp="1"/>
          </p:cNvSpPr>
          <p:nvPr>
            <p:ph type="dt" sz="half" idx="15"/>
          </p:nvPr>
        </p:nvSpPr>
        <p:spPr>
          <a:xfrm>
            <a:off x="10901363" y="136525"/>
            <a:ext cx="908050" cy="141687"/>
          </a:xfrm>
        </p:spPr>
        <p:txBody>
          <a:bodyPr/>
          <a:lstStyle/>
          <a:p>
            <a:fld id="{4B776B95-268A-4CFA-BBA5-9ACA910E4F80}" type="datetime1">
              <a:rPr lang="sv-SE" smtClean="0"/>
              <a:t>2026-10-19</a:t>
            </a:fld>
            <a:endParaRPr lang="sv-SE"/>
          </a:p>
        </p:txBody>
      </p:sp>
      <p:sp>
        <p:nvSpPr>
          <p:cNvPr id="7" name="Platshållare för sidfot 3">
            <a:extLst>
              <a:ext uri="{FF2B5EF4-FFF2-40B4-BE49-F238E27FC236}">
                <a16:creationId xmlns:a16="http://schemas.microsoft.com/office/drawing/2014/main" id="{2CDFC150-EE97-635F-6025-4E1489A02FB6}"/>
              </a:ext>
            </a:extLst>
          </p:cNvPr>
          <p:cNvSpPr>
            <a:spLocks noGrp="1"/>
          </p:cNvSpPr>
          <p:nvPr>
            <p:ph type="ftr" sz="quarter" idx="16"/>
          </p:nvPr>
        </p:nvSpPr>
        <p:spPr>
          <a:xfrm>
            <a:off x="389466" y="136525"/>
            <a:ext cx="4125383" cy="141687"/>
          </a:xfrm>
        </p:spPr>
        <p:txBody>
          <a:bodyPr/>
          <a:lstStyle/>
          <a:p>
            <a:r>
              <a:rPr lang="sv-SE"/>
              <a:t>Sahlgrenska Universitetssjukhuset</a:t>
            </a:r>
          </a:p>
        </p:txBody>
      </p:sp>
    </p:spTree>
    <p:extLst>
      <p:ext uri="{BB962C8B-B14F-4D97-AF65-F5344CB8AC3E}">
        <p14:creationId xmlns:p14="http://schemas.microsoft.com/office/powerpoint/2010/main" val="2723212029"/>
      </p:ext>
    </p:extLst>
  </p:cSld>
  <p:clrMapOvr>
    <a:masterClrMapping/>
  </p:clrMapOvr>
  <p:extLst>
    <p:ext uri="{DCECCB84-F9BA-43D5-87BE-67443E8EF086}">
      <p15:sldGuideLst xmlns:p15="http://schemas.microsoft.com/office/powerpoint/2012/main">
        <p15:guide id="1" orient="horz" pos="1321">
          <p15:clr>
            <a:srgbClr val="FBAE40"/>
          </p15:clr>
        </p15:guide>
        <p15:guide id="2" pos="688">
          <p15:clr>
            <a:srgbClr val="FBAE40"/>
          </p15:clr>
        </p15:guide>
        <p15:guide id="3" orient="horz" pos="41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ubrik, bild och blå bakgrund">
    <p:spTree>
      <p:nvGrpSpPr>
        <p:cNvPr id="1" name=""/>
        <p:cNvGrpSpPr/>
        <p:nvPr/>
      </p:nvGrpSpPr>
      <p:grpSpPr>
        <a:xfrm>
          <a:off x="0" y="0"/>
          <a:ext cx="0" cy="0"/>
          <a:chOff x="0" y="0"/>
          <a:chExt cx="0" cy="0"/>
        </a:xfrm>
      </p:grpSpPr>
      <p:sp>
        <p:nvSpPr>
          <p:cNvPr id="5" name="Rektangel 4">
            <a:extLst>
              <a:ext uri="{FF2B5EF4-FFF2-40B4-BE49-F238E27FC236}">
                <a16:creationId xmlns:a16="http://schemas.microsoft.com/office/drawing/2014/main" id="{D78EC773-34E8-0A64-E6D1-94AECF0380DA}"/>
              </a:ext>
              <a:ext uri="{C183D7F6-B498-43B3-948B-1728B52AA6E4}">
                <adec:decorative xmlns:adec="http://schemas.microsoft.com/office/drawing/2017/decorative" val="1"/>
              </a:ext>
            </a:extLst>
          </p:cNvPr>
          <p:cNvSpPr/>
          <p:nvPr userDrawn="1"/>
        </p:nvSpPr>
        <p:spPr>
          <a:xfrm>
            <a:off x="389466" y="385758"/>
            <a:ext cx="6409015" cy="6091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Rubrik 2">
            <a:extLst>
              <a:ext uri="{FF2B5EF4-FFF2-40B4-BE49-F238E27FC236}">
                <a16:creationId xmlns:a16="http://schemas.microsoft.com/office/drawing/2014/main" id="{877B3524-D6C4-8016-A0B9-76DB7A408CF7}"/>
              </a:ext>
            </a:extLst>
          </p:cNvPr>
          <p:cNvSpPr>
            <a:spLocks noGrp="1"/>
          </p:cNvSpPr>
          <p:nvPr>
            <p:ph type="title" hasCustomPrompt="1"/>
          </p:nvPr>
        </p:nvSpPr>
        <p:spPr>
          <a:xfrm>
            <a:off x="1097554" y="2673041"/>
            <a:ext cx="5279351" cy="1315278"/>
          </a:xfrm>
          <a:prstGeom prst="rect">
            <a:avLst/>
          </a:prstGeom>
        </p:spPr>
        <p:txBody>
          <a:bodyPr anchor="ctr" anchorCtr="0"/>
          <a:lstStyle>
            <a:lvl1pPr>
              <a:lnSpc>
                <a:spcPts val="4040"/>
              </a:lnSpc>
              <a:defRPr sz="3300" b="0">
                <a:solidFill>
                  <a:schemeClr val="bg1"/>
                </a:solidFill>
              </a:defRPr>
            </a:lvl1pPr>
          </a:lstStyle>
          <a:p>
            <a:r>
              <a:rPr lang="sv-SE"/>
              <a:t>Rubrik</a:t>
            </a:r>
          </a:p>
        </p:txBody>
      </p:sp>
      <p:sp>
        <p:nvSpPr>
          <p:cNvPr id="12" name="Platshållare för bild 11">
            <a:extLst>
              <a:ext uri="{FF2B5EF4-FFF2-40B4-BE49-F238E27FC236}">
                <a16:creationId xmlns:a16="http://schemas.microsoft.com/office/drawing/2014/main" id="{1703F1CD-4B7B-907E-729A-4E87F6ADB81A}"/>
              </a:ext>
            </a:extLst>
          </p:cNvPr>
          <p:cNvSpPr>
            <a:spLocks noGrp="1"/>
          </p:cNvSpPr>
          <p:nvPr>
            <p:ph type="pic" sz="quarter" idx="13"/>
          </p:nvPr>
        </p:nvSpPr>
        <p:spPr>
          <a:xfrm>
            <a:off x="6798481" y="385758"/>
            <a:ext cx="5004000" cy="6091200"/>
          </a:xfrm>
          <a:custGeom>
            <a:avLst/>
            <a:gdLst>
              <a:gd name="connsiteX0" fmla="*/ 0 w 5002954"/>
              <a:gd name="connsiteY0" fmla="*/ 0 h 6071396"/>
              <a:gd name="connsiteX1" fmla="*/ 5002954 w 5002954"/>
              <a:gd name="connsiteY1" fmla="*/ 0 h 6071396"/>
              <a:gd name="connsiteX2" fmla="*/ 5002954 w 5002954"/>
              <a:gd name="connsiteY2" fmla="*/ 5059476 h 6071396"/>
              <a:gd name="connsiteX3" fmla="*/ 3991034 w 5002954"/>
              <a:gd name="connsiteY3" fmla="*/ 6071396 h 6071396"/>
              <a:gd name="connsiteX4" fmla="*/ 0 w 5002954"/>
              <a:gd name="connsiteY4" fmla="*/ 6071396 h 6071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2954" h="6071396">
                <a:moveTo>
                  <a:pt x="0" y="0"/>
                </a:moveTo>
                <a:lnTo>
                  <a:pt x="5002954" y="0"/>
                </a:lnTo>
                <a:lnTo>
                  <a:pt x="5002954" y="5059476"/>
                </a:lnTo>
                <a:cubicBezTo>
                  <a:pt x="5002954" y="5618344"/>
                  <a:pt x="4549902" y="6071396"/>
                  <a:pt x="3991034" y="6071396"/>
                </a:cubicBezTo>
                <a:lnTo>
                  <a:pt x="0" y="6071396"/>
                </a:lnTo>
                <a:close/>
              </a:path>
            </a:pathLst>
          </a:custGeom>
          <a:solidFill>
            <a:schemeClr val="bg1">
              <a:lumMod val="95000"/>
            </a:schemeClr>
          </a:solidFill>
        </p:spPr>
        <p:txBody>
          <a:bodyPr wrap="square" lIns="216000" tIns="144000">
            <a:noAutofit/>
          </a:bodyPr>
          <a:lstStyle>
            <a:lvl1pPr marL="0" indent="0" algn="l">
              <a:buNone/>
              <a:defRPr/>
            </a:lvl1pPr>
          </a:lstStyle>
          <a:p>
            <a:pPr marL="0" marR="0" lvl="0" indent="0" algn="l" defTabSz="914400" rtl="0" eaLnBrk="1" fontAlgn="auto" latinLnBrk="0" hangingPunct="1">
              <a:lnSpc>
                <a:spcPct val="130000"/>
              </a:lnSpc>
              <a:spcBef>
                <a:spcPts val="1000"/>
              </a:spcBef>
              <a:spcAft>
                <a:spcPts val="0"/>
              </a:spcAft>
              <a:buClrTx/>
              <a:buSzTx/>
              <a:buFont typeface="Verdana" panose="020B0604030504040204" pitchFamily="34" charset="0"/>
              <a:buNone/>
              <a:tabLst/>
              <a:defRPr/>
            </a:pPr>
            <a:r>
              <a:rPr lang="sv-SE"/>
              <a:t>Klicka på ikonen för att lägga till en bild</a:t>
            </a:r>
          </a:p>
        </p:txBody>
      </p:sp>
      <p:sp>
        <p:nvSpPr>
          <p:cNvPr id="4" name="Platshållare för datum 1">
            <a:extLst>
              <a:ext uri="{FF2B5EF4-FFF2-40B4-BE49-F238E27FC236}">
                <a16:creationId xmlns:a16="http://schemas.microsoft.com/office/drawing/2014/main" id="{13B19176-10C2-BD74-68F4-2CA3D176B160}"/>
              </a:ext>
            </a:extLst>
          </p:cNvPr>
          <p:cNvSpPr>
            <a:spLocks noGrp="1"/>
          </p:cNvSpPr>
          <p:nvPr>
            <p:ph type="dt" sz="half" idx="15"/>
          </p:nvPr>
        </p:nvSpPr>
        <p:spPr>
          <a:xfrm>
            <a:off x="10901363" y="136525"/>
            <a:ext cx="908050" cy="141687"/>
          </a:xfrm>
        </p:spPr>
        <p:txBody>
          <a:bodyPr/>
          <a:lstStyle/>
          <a:p>
            <a:fld id="{4B776B95-268A-4CFA-BBA5-9ACA910E4F80}" type="datetime1">
              <a:rPr lang="sv-SE" smtClean="0"/>
              <a:t>2026-10-19</a:t>
            </a:fld>
            <a:endParaRPr lang="sv-SE"/>
          </a:p>
        </p:txBody>
      </p:sp>
      <p:sp>
        <p:nvSpPr>
          <p:cNvPr id="7" name="Platshållare för sidfot 3">
            <a:extLst>
              <a:ext uri="{FF2B5EF4-FFF2-40B4-BE49-F238E27FC236}">
                <a16:creationId xmlns:a16="http://schemas.microsoft.com/office/drawing/2014/main" id="{709E6D53-4D33-66BF-B308-EC5AAF0124D1}"/>
              </a:ext>
            </a:extLst>
          </p:cNvPr>
          <p:cNvSpPr>
            <a:spLocks noGrp="1"/>
          </p:cNvSpPr>
          <p:nvPr>
            <p:ph type="ftr" sz="quarter" idx="16"/>
          </p:nvPr>
        </p:nvSpPr>
        <p:spPr>
          <a:xfrm>
            <a:off x="389466" y="136525"/>
            <a:ext cx="4125383" cy="141687"/>
          </a:xfrm>
        </p:spPr>
        <p:txBody>
          <a:bodyPr/>
          <a:lstStyle/>
          <a:p>
            <a:r>
              <a:rPr lang="sv-SE"/>
              <a:t>Sahlgrenska Universitetssjukhuset</a:t>
            </a:r>
          </a:p>
        </p:txBody>
      </p:sp>
    </p:spTree>
    <p:extLst>
      <p:ext uri="{BB962C8B-B14F-4D97-AF65-F5344CB8AC3E}">
        <p14:creationId xmlns:p14="http://schemas.microsoft.com/office/powerpoint/2010/main" val="854537052"/>
      </p:ext>
    </p:extLst>
  </p:cSld>
  <p:clrMapOvr>
    <a:masterClrMapping/>
  </p:clrMapOvr>
  <p:extLst>
    <p:ext uri="{DCECCB84-F9BA-43D5-87BE-67443E8EF086}">
      <p15:sldGuideLst xmlns:p15="http://schemas.microsoft.com/office/powerpoint/2012/main">
        <p15:guide id="1" pos="68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ubrik, bild och ljusbrun bakgrund">
    <p:spTree>
      <p:nvGrpSpPr>
        <p:cNvPr id="1" name=""/>
        <p:cNvGrpSpPr/>
        <p:nvPr/>
      </p:nvGrpSpPr>
      <p:grpSpPr>
        <a:xfrm>
          <a:off x="0" y="0"/>
          <a:ext cx="0" cy="0"/>
          <a:chOff x="0" y="0"/>
          <a:chExt cx="0" cy="0"/>
        </a:xfrm>
      </p:grpSpPr>
      <p:sp>
        <p:nvSpPr>
          <p:cNvPr id="5" name="Rektangel 4">
            <a:extLst>
              <a:ext uri="{FF2B5EF4-FFF2-40B4-BE49-F238E27FC236}">
                <a16:creationId xmlns:a16="http://schemas.microsoft.com/office/drawing/2014/main" id="{D78EC773-34E8-0A64-E6D1-94AECF0380DA}"/>
              </a:ext>
              <a:ext uri="{C183D7F6-B498-43B3-948B-1728B52AA6E4}">
                <adec:decorative xmlns:adec="http://schemas.microsoft.com/office/drawing/2017/decorative" val="1"/>
              </a:ext>
            </a:extLst>
          </p:cNvPr>
          <p:cNvSpPr/>
          <p:nvPr userDrawn="1"/>
        </p:nvSpPr>
        <p:spPr>
          <a:xfrm>
            <a:off x="389466" y="385758"/>
            <a:ext cx="6409015" cy="6091200"/>
          </a:xfrm>
          <a:prstGeom prst="rect">
            <a:avLst/>
          </a:prstGeom>
          <a:solidFill>
            <a:srgbClr val="E7E1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Rubrik 2">
            <a:extLst>
              <a:ext uri="{FF2B5EF4-FFF2-40B4-BE49-F238E27FC236}">
                <a16:creationId xmlns:a16="http://schemas.microsoft.com/office/drawing/2014/main" id="{877B3524-D6C4-8016-A0B9-76DB7A408CF7}"/>
              </a:ext>
            </a:extLst>
          </p:cNvPr>
          <p:cNvSpPr>
            <a:spLocks noGrp="1"/>
          </p:cNvSpPr>
          <p:nvPr>
            <p:ph type="title" hasCustomPrompt="1"/>
          </p:nvPr>
        </p:nvSpPr>
        <p:spPr>
          <a:xfrm>
            <a:off x="1097554" y="2673041"/>
            <a:ext cx="5279351" cy="1315278"/>
          </a:xfrm>
          <a:prstGeom prst="rect">
            <a:avLst/>
          </a:prstGeom>
        </p:spPr>
        <p:txBody>
          <a:bodyPr anchor="ctr" anchorCtr="0"/>
          <a:lstStyle>
            <a:lvl1pPr>
              <a:lnSpc>
                <a:spcPts val="4040"/>
              </a:lnSpc>
              <a:defRPr sz="3300" b="0">
                <a:solidFill>
                  <a:schemeClr val="tx1"/>
                </a:solidFill>
              </a:defRPr>
            </a:lvl1pPr>
          </a:lstStyle>
          <a:p>
            <a:r>
              <a:rPr lang="sv-SE"/>
              <a:t>Rubrik</a:t>
            </a:r>
          </a:p>
        </p:txBody>
      </p:sp>
      <p:sp>
        <p:nvSpPr>
          <p:cNvPr id="12" name="Platshållare för bild 11">
            <a:extLst>
              <a:ext uri="{FF2B5EF4-FFF2-40B4-BE49-F238E27FC236}">
                <a16:creationId xmlns:a16="http://schemas.microsoft.com/office/drawing/2014/main" id="{1703F1CD-4B7B-907E-729A-4E87F6ADB81A}"/>
              </a:ext>
            </a:extLst>
          </p:cNvPr>
          <p:cNvSpPr>
            <a:spLocks noGrp="1"/>
          </p:cNvSpPr>
          <p:nvPr>
            <p:ph type="pic" sz="quarter" idx="13"/>
          </p:nvPr>
        </p:nvSpPr>
        <p:spPr>
          <a:xfrm>
            <a:off x="6798481" y="385758"/>
            <a:ext cx="5004000" cy="6091200"/>
          </a:xfrm>
          <a:custGeom>
            <a:avLst/>
            <a:gdLst>
              <a:gd name="connsiteX0" fmla="*/ 0 w 5002954"/>
              <a:gd name="connsiteY0" fmla="*/ 0 h 6071396"/>
              <a:gd name="connsiteX1" fmla="*/ 5002954 w 5002954"/>
              <a:gd name="connsiteY1" fmla="*/ 0 h 6071396"/>
              <a:gd name="connsiteX2" fmla="*/ 5002954 w 5002954"/>
              <a:gd name="connsiteY2" fmla="*/ 5059476 h 6071396"/>
              <a:gd name="connsiteX3" fmla="*/ 3991034 w 5002954"/>
              <a:gd name="connsiteY3" fmla="*/ 6071396 h 6071396"/>
              <a:gd name="connsiteX4" fmla="*/ 0 w 5002954"/>
              <a:gd name="connsiteY4" fmla="*/ 6071396 h 6071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2954" h="6071396">
                <a:moveTo>
                  <a:pt x="0" y="0"/>
                </a:moveTo>
                <a:lnTo>
                  <a:pt x="5002954" y="0"/>
                </a:lnTo>
                <a:lnTo>
                  <a:pt x="5002954" y="5059476"/>
                </a:lnTo>
                <a:cubicBezTo>
                  <a:pt x="5002954" y="5618344"/>
                  <a:pt x="4549902" y="6071396"/>
                  <a:pt x="3991034" y="6071396"/>
                </a:cubicBezTo>
                <a:lnTo>
                  <a:pt x="0" y="6071396"/>
                </a:lnTo>
                <a:close/>
              </a:path>
            </a:pathLst>
          </a:custGeom>
          <a:solidFill>
            <a:schemeClr val="bg1">
              <a:lumMod val="95000"/>
            </a:schemeClr>
          </a:solidFill>
        </p:spPr>
        <p:txBody>
          <a:bodyPr wrap="square" lIns="216000" tIns="144000">
            <a:noAutofit/>
          </a:bodyPr>
          <a:lstStyle>
            <a:lvl1pPr marL="0" indent="0" algn="l">
              <a:buNone/>
              <a:defRPr/>
            </a:lvl1pPr>
          </a:lstStyle>
          <a:p>
            <a:pPr marL="0" marR="0" lvl="0" indent="0" algn="l" defTabSz="914400" rtl="0" eaLnBrk="1" fontAlgn="auto" latinLnBrk="0" hangingPunct="1">
              <a:lnSpc>
                <a:spcPct val="130000"/>
              </a:lnSpc>
              <a:spcBef>
                <a:spcPts val="1000"/>
              </a:spcBef>
              <a:spcAft>
                <a:spcPts val="0"/>
              </a:spcAft>
              <a:buClrTx/>
              <a:buSzTx/>
              <a:buFont typeface="Verdana" panose="020B0604030504040204" pitchFamily="34" charset="0"/>
              <a:buNone/>
              <a:tabLst/>
              <a:defRPr/>
            </a:pPr>
            <a:r>
              <a:rPr lang="sv-SE"/>
              <a:t>Klicka på ikonen för att lägga till en bild</a:t>
            </a:r>
          </a:p>
        </p:txBody>
      </p:sp>
      <p:sp>
        <p:nvSpPr>
          <p:cNvPr id="6" name="Platshållare för datum 1">
            <a:extLst>
              <a:ext uri="{FF2B5EF4-FFF2-40B4-BE49-F238E27FC236}">
                <a16:creationId xmlns:a16="http://schemas.microsoft.com/office/drawing/2014/main" id="{F15C3C16-BCD2-5018-89D7-AD96A69FD661}"/>
              </a:ext>
            </a:extLst>
          </p:cNvPr>
          <p:cNvSpPr>
            <a:spLocks noGrp="1"/>
          </p:cNvSpPr>
          <p:nvPr>
            <p:ph type="dt" sz="half" idx="15"/>
          </p:nvPr>
        </p:nvSpPr>
        <p:spPr>
          <a:xfrm>
            <a:off x="10901363" y="136525"/>
            <a:ext cx="908050" cy="141687"/>
          </a:xfrm>
        </p:spPr>
        <p:txBody>
          <a:bodyPr/>
          <a:lstStyle/>
          <a:p>
            <a:fld id="{4B776B95-268A-4CFA-BBA5-9ACA910E4F80}" type="datetime1">
              <a:rPr lang="sv-SE" smtClean="0"/>
              <a:t>2026-10-19</a:t>
            </a:fld>
            <a:endParaRPr lang="sv-SE"/>
          </a:p>
        </p:txBody>
      </p:sp>
      <p:sp>
        <p:nvSpPr>
          <p:cNvPr id="7" name="Platshållare för sidfot 3">
            <a:extLst>
              <a:ext uri="{FF2B5EF4-FFF2-40B4-BE49-F238E27FC236}">
                <a16:creationId xmlns:a16="http://schemas.microsoft.com/office/drawing/2014/main" id="{10F8E6DE-0322-66B1-2658-4A08C6465ED0}"/>
              </a:ext>
            </a:extLst>
          </p:cNvPr>
          <p:cNvSpPr>
            <a:spLocks noGrp="1"/>
          </p:cNvSpPr>
          <p:nvPr>
            <p:ph type="ftr" sz="quarter" idx="16"/>
          </p:nvPr>
        </p:nvSpPr>
        <p:spPr>
          <a:xfrm>
            <a:off x="389466" y="136525"/>
            <a:ext cx="4125383" cy="141687"/>
          </a:xfrm>
        </p:spPr>
        <p:txBody>
          <a:bodyPr/>
          <a:lstStyle/>
          <a:p>
            <a:r>
              <a:rPr lang="sv-SE"/>
              <a:t>Sahlgrenska Universitetssjukhuset</a:t>
            </a:r>
          </a:p>
        </p:txBody>
      </p:sp>
    </p:spTree>
    <p:extLst>
      <p:ext uri="{BB962C8B-B14F-4D97-AF65-F5344CB8AC3E}">
        <p14:creationId xmlns:p14="http://schemas.microsoft.com/office/powerpoint/2010/main" val="3416674391"/>
      </p:ext>
    </p:extLst>
  </p:cSld>
  <p:clrMapOvr>
    <a:masterClrMapping/>
  </p:clrMapOvr>
  <p:extLst>
    <p:ext uri="{DCECCB84-F9BA-43D5-87BE-67443E8EF086}">
      <p15:sldGuideLst xmlns:p15="http://schemas.microsoft.com/office/powerpoint/2012/main">
        <p15:guide id="1" pos="68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ubrik, bild och ljusblå bakgrund">
    <p:spTree>
      <p:nvGrpSpPr>
        <p:cNvPr id="1" name=""/>
        <p:cNvGrpSpPr/>
        <p:nvPr/>
      </p:nvGrpSpPr>
      <p:grpSpPr>
        <a:xfrm>
          <a:off x="0" y="0"/>
          <a:ext cx="0" cy="0"/>
          <a:chOff x="0" y="0"/>
          <a:chExt cx="0" cy="0"/>
        </a:xfrm>
      </p:grpSpPr>
      <p:sp>
        <p:nvSpPr>
          <p:cNvPr id="5" name="Rektangel 4">
            <a:extLst>
              <a:ext uri="{FF2B5EF4-FFF2-40B4-BE49-F238E27FC236}">
                <a16:creationId xmlns:a16="http://schemas.microsoft.com/office/drawing/2014/main" id="{D78EC773-34E8-0A64-E6D1-94AECF0380DA}"/>
              </a:ext>
              <a:ext uri="{C183D7F6-B498-43B3-948B-1728B52AA6E4}">
                <adec:decorative xmlns:adec="http://schemas.microsoft.com/office/drawing/2017/decorative" val="1"/>
              </a:ext>
            </a:extLst>
          </p:cNvPr>
          <p:cNvSpPr/>
          <p:nvPr userDrawn="1"/>
        </p:nvSpPr>
        <p:spPr>
          <a:xfrm>
            <a:off x="389466" y="385758"/>
            <a:ext cx="6409015" cy="6091200"/>
          </a:xfrm>
          <a:prstGeom prst="rect">
            <a:avLst/>
          </a:prstGeom>
          <a:solidFill>
            <a:srgbClr val="B3EB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Rubrik 2">
            <a:extLst>
              <a:ext uri="{FF2B5EF4-FFF2-40B4-BE49-F238E27FC236}">
                <a16:creationId xmlns:a16="http://schemas.microsoft.com/office/drawing/2014/main" id="{877B3524-D6C4-8016-A0B9-76DB7A408CF7}"/>
              </a:ext>
            </a:extLst>
          </p:cNvPr>
          <p:cNvSpPr>
            <a:spLocks noGrp="1"/>
          </p:cNvSpPr>
          <p:nvPr>
            <p:ph type="title" hasCustomPrompt="1"/>
          </p:nvPr>
        </p:nvSpPr>
        <p:spPr>
          <a:xfrm>
            <a:off x="1097554" y="2673041"/>
            <a:ext cx="5279351" cy="1315278"/>
          </a:xfrm>
          <a:prstGeom prst="rect">
            <a:avLst/>
          </a:prstGeom>
        </p:spPr>
        <p:txBody>
          <a:bodyPr anchor="ctr" anchorCtr="0"/>
          <a:lstStyle>
            <a:lvl1pPr>
              <a:lnSpc>
                <a:spcPts val="4040"/>
              </a:lnSpc>
              <a:defRPr sz="3300" b="0">
                <a:solidFill>
                  <a:schemeClr val="tx1"/>
                </a:solidFill>
              </a:defRPr>
            </a:lvl1pPr>
          </a:lstStyle>
          <a:p>
            <a:r>
              <a:rPr lang="sv-SE"/>
              <a:t>Rubrik</a:t>
            </a:r>
          </a:p>
        </p:txBody>
      </p:sp>
      <p:sp>
        <p:nvSpPr>
          <p:cNvPr id="12" name="Platshållare för bild 11">
            <a:extLst>
              <a:ext uri="{FF2B5EF4-FFF2-40B4-BE49-F238E27FC236}">
                <a16:creationId xmlns:a16="http://schemas.microsoft.com/office/drawing/2014/main" id="{1703F1CD-4B7B-907E-729A-4E87F6ADB81A}"/>
              </a:ext>
            </a:extLst>
          </p:cNvPr>
          <p:cNvSpPr>
            <a:spLocks noGrp="1"/>
          </p:cNvSpPr>
          <p:nvPr>
            <p:ph type="pic" sz="quarter" idx="13"/>
          </p:nvPr>
        </p:nvSpPr>
        <p:spPr>
          <a:xfrm>
            <a:off x="6798481" y="385758"/>
            <a:ext cx="5004000" cy="6091200"/>
          </a:xfrm>
          <a:custGeom>
            <a:avLst/>
            <a:gdLst>
              <a:gd name="connsiteX0" fmla="*/ 0 w 5002954"/>
              <a:gd name="connsiteY0" fmla="*/ 0 h 6071396"/>
              <a:gd name="connsiteX1" fmla="*/ 5002954 w 5002954"/>
              <a:gd name="connsiteY1" fmla="*/ 0 h 6071396"/>
              <a:gd name="connsiteX2" fmla="*/ 5002954 w 5002954"/>
              <a:gd name="connsiteY2" fmla="*/ 5059476 h 6071396"/>
              <a:gd name="connsiteX3" fmla="*/ 3991034 w 5002954"/>
              <a:gd name="connsiteY3" fmla="*/ 6071396 h 6071396"/>
              <a:gd name="connsiteX4" fmla="*/ 0 w 5002954"/>
              <a:gd name="connsiteY4" fmla="*/ 6071396 h 6071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2954" h="6071396">
                <a:moveTo>
                  <a:pt x="0" y="0"/>
                </a:moveTo>
                <a:lnTo>
                  <a:pt x="5002954" y="0"/>
                </a:lnTo>
                <a:lnTo>
                  <a:pt x="5002954" y="5059476"/>
                </a:lnTo>
                <a:cubicBezTo>
                  <a:pt x="5002954" y="5618344"/>
                  <a:pt x="4549902" y="6071396"/>
                  <a:pt x="3991034" y="6071396"/>
                </a:cubicBezTo>
                <a:lnTo>
                  <a:pt x="0" y="6071396"/>
                </a:lnTo>
                <a:close/>
              </a:path>
            </a:pathLst>
          </a:custGeom>
          <a:solidFill>
            <a:schemeClr val="bg1">
              <a:lumMod val="95000"/>
            </a:schemeClr>
          </a:solidFill>
        </p:spPr>
        <p:txBody>
          <a:bodyPr wrap="square" lIns="216000" tIns="144000">
            <a:noAutofit/>
          </a:bodyPr>
          <a:lstStyle>
            <a:lvl1pPr marL="0" indent="0" algn="l">
              <a:buNone/>
              <a:defRPr/>
            </a:lvl1pPr>
          </a:lstStyle>
          <a:p>
            <a:pPr marL="0" marR="0" lvl="0" indent="0" algn="l" defTabSz="914400" rtl="0" eaLnBrk="1" fontAlgn="auto" latinLnBrk="0" hangingPunct="1">
              <a:lnSpc>
                <a:spcPct val="130000"/>
              </a:lnSpc>
              <a:spcBef>
                <a:spcPts val="1000"/>
              </a:spcBef>
              <a:spcAft>
                <a:spcPts val="0"/>
              </a:spcAft>
              <a:buClrTx/>
              <a:buSzTx/>
              <a:buFont typeface="Verdana" panose="020B0604030504040204" pitchFamily="34" charset="0"/>
              <a:buNone/>
              <a:tabLst/>
              <a:defRPr/>
            </a:pPr>
            <a:r>
              <a:rPr lang="sv-SE"/>
              <a:t>Klicka på ikonen för att lägga till en bild</a:t>
            </a:r>
          </a:p>
        </p:txBody>
      </p:sp>
      <p:sp>
        <p:nvSpPr>
          <p:cNvPr id="6" name="Platshållare för datum 1">
            <a:extLst>
              <a:ext uri="{FF2B5EF4-FFF2-40B4-BE49-F238E27FC236}">
                <a16:creationId xmlns:a16="http://schemas.microsoft.com/office/drawing/2014/main" id="{055FE0CF-B1CD-D303-4FD5-585F6F698A39}"/>
              </a:ext>
            </a:extLst>
          </p:cNvPr>
          <p:cNvSpPr>
            <a:spLocks noGrp="1"/>
          </p:cNvSpPr>
          <p:nvPr>
            <p:ph type="dt" sz="half" idx="15"/>
          </p:nvPr>
        </p:nvSpPr>
        <p:spPr>
          <a:xfrm>
            <a:off x="10901363" y="136525"/>
            <a:ext cx="908050" cy="141687"/>
          </a:xfrm>
        </p:spPr>
        <p:txBody>
          <a:bodyPr/>
          <a:lstStyle/>
          <a:p>
            <a:fld id="{4B776B95-268A-4CFA-BBA5-9ACA910E4F80}" type="datetime1">
              <a:rPr lang="sv-SE" smtClean="0"/>
              <a:t>2026-10-19</a:t>
            </a:fld>
            <a:endParaRPr lang="sv-SE"/>
          </a:p>
        </p:txBody>
      </p:sp>
      <p:sp>
        <p:nvSpPr>
          <p:cNvPr id="7" name="Platshållare för sidfot 3">
            <a:extLst>
              <a:ext uri="{FF2B5EF4-FFF2-40B4-BE49-F238E27FC236}">
                <a16:creationId xmlns:a16="http://schemas.microsoft.com/office/drawing/2014/main" id="{4979D124-FAB6-63D5-D003-65CC7480A708}"/>
              </a:ext>
            </a:extLst>
          </p:cNvPr>
          <p:cNvSpPr>
            <a:spLocks noGrp="1"/>
          </p:cNvSpPr>
          <p:nvPr>
            <p:ph type="ftr" sz="quarter" idx="16"/>
          </p:nvPr>
        </p:nvSpPr>
        <p:spPr>
          <a:xfrm>
            <a:off x="389466" y="136525"/>
            <a:ext cx="4125383" cy="141687"/>
          </a:xfrm>
        </p:spPr>
        <p:txBody>
          <a:bodyPr/>
          <a:lstStyle/>
          <a:p>
            <a:r>
              <a:rPr lang="sv-SE"/>
              <a:t>Sahlgrenska Universitetssjukhuset</a:t>
            </a:r>
          </a:p>
        </p:txBody>
      </p:sp>
    </p:spTree>
    <p:extLst>
      <p:ext uri="{BB962C8B-B14F-4D97-AF65-F5344CB8AC3E}">
        <p14:creationId xmlns:p14="http://schemas.microsoft.com/office/powerpoint/2010/main" val="1306455398"/>
      </p:ext>
    </p:extLst>
  </p:cSld>
  <p:clrMapOvr>
    <a:masterClrMapping/>
  </p:clrMapOvr>
  <p:extLst>
    <p:ext uri="{DCECCB84-F9BA-43D5-87BE-67443E8EF086}">
      <p15:sldGuideLst xmlns:p15="http://schemas.microsoft.com/office/powerpoint/2012/main">
        <p15:guide id="1" pos="68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ubrik, innehåll och ljusbrun bakgrund">
    <p:spTree>
      <p:nvGrpSpPr>
        <p:cNvPr id="1" name=""/>
        <p:cNvGrpSpPr/>
        <p:nvPr/>
      </p:nvGrpSpPr>
      <p:grpSpPr>
        <a:xfrm>
          <a:off x="0" y="0"/>
          <a:ext cx="0" cy="0"/>
          <a:chOff x="0" y="0"/>
          <a:chExt cx="0" cy="0"/>
        </a:xfrm>
      </p:grpSpPr>
      <p:sp>
        <p:nvSpPr>
          <p:cNvPr id="9" name="Frihandsfigur 8">
            <a:extLst>
              <a:ext uri="{FF2B5EF4-FFF2-40B4-BE49-F238E27FC236}">
                <a16:creationId xmlns:a16="http://schemas.microsoft.com/office/drawing/2014/main" id="{10365128-BE3A-9023-B089-D90E504B35E3}"/>
              </a:ext>
              <a:ext uri="{C183D7F6-B498-43B3-948B-1728B52AA6E4}">
                <adec:decorative xmlns:adec="http://schemas.microsoft.com/office/drawing/2017/decorative" val="1"/>
              </a:ext>
            </a:extLst>
          </p:cNvPr>
          <p:cNvSpPr/>
          <p:nvPr userDrawn="1"/>
        </p:nvSpPr>
        <p:spPr bwMode="black">
          <a:xfrm>
            <a:off x="389262" y="380997"/>
            <a:ext cx="11412000" cy="6099856"/>
          </a:xfrm>
          <a:custGeom>
            <a:avLst/>
            <a:gdLst>
              <a:gd name="connsiteX0" fmla="*/ 0 w 11412000"/>
              <a:gd name="connsiteY0" fmla="*/ 0 h 6099856"/>
              <a:gd name="connsiteX1" fmla="*/ 11412000 w 11412000"/>
              <a:gd name="connsiteY1" fmla="*/ 0 h 6099856"/>
              <a:gd name="connsiteX2" fmla="*/ 11412000 w 11412000"/>
              <a:gd name="connsiteY2" fmla="*/ 1400466 h 6099856"/>
              <a:gd name="connsiteX3" fmla="*/ 11412000 w 11412000"/>
              <a:gd name="connsiteY3" fmla="*/ 3026481 h 6099856"/>
              <a:gd name="connsiteX4" fmla="*/ 11412000 w 11412000"/>
              <a:gd name="connsiteY4" fmla="*/ 3606802 h 6099856"/>
              <a:gd name="connsiteX5" fmla="*/ 11412000 w 11412000"/>
              <a:gd name="connsiteY5" fmla="*/ 5065943 h 6099856"/>
              <a:gd name="connsiteX6" fmla="*/ 10378087 w 11412000"/>
              <a:gd name="connsiteY6" fmla="*/ 6099856 h 6099856"/>
              <a:gd name="connsiteX7" fmla="*/ 5706738 w 11412000"/>
              <a:gd name="connsiteY7" fmla="*/ 6099856 h 6099856"/>
              <a:gd name="connsiteX8" fmla="*/ 5004000 w 11412000"/>
              <a:gd name="connsiteY8" fmla="*/ 6099856 h 6099856"/>
              <a:gd name="connsiteX9" fmla="*/ 257 w 11412000"/>
              <a:gd name="connsiteY9" fmla="*/ 6099856 h 6099856"/>
              <a:gd name="connsiteX10" fmla="*/ 257 w 11412000"/>
              <a:gd name="connsiteY10" fmla="*/ 3026481 h 6099856"/>
              <a:gd name="connsiteX11" fmla="*/ 0 w 11412000"/>
              <a:gd name="connsiteY11" fmla="*/ 3026481 h 609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12000" h="6099856">
                <a:moveTo>
                  <a:pt x="0" y="0"/>
                </a:moveTo>
                <a:lnTo>
                  <a:pt x="11412000" y="0"/>
                </a:lnTo>
                <a:lnTo>
                  <a:pt x="11412000" y="1400466"/>
                </a:lnTo>
                <a:lnTo>
                  <a:pt x="11412000" y="3026481"/>
                </a:lnTo>
                <a:lnTo>
                  <a:pt x="11412000" y="3606802"/>
                </a:lnTo>
                <a:lnTo>
                  <a:pt x="11412000" y="5065943"/>
                </a:lnTo>
                <a:cubicBezTo>
                  <a:pt x="11412000" y="5636957"/>
                  <a:pt x="10949101" y="6099856"/>
                  <a:pt x="10378087" y="6099856"/>
                </a:cubicBezTo>
                <a:lnTo>
                  <a:pt x="5706738" y="6099856"/>
                </a:lnTo>
                <a:lnTo>
                  <a:pt x="5004000" y="6099856"/>
                </a:lnTo>
                <a:lnTo>
                  <a:pt x="257" y="6099856"/>
                </a:lnTo>
                <a:lnTo>
                  <a:pt x="257" y="3026481"/>
                </a:lnTo>
                <a:lnTo>
                  <a:pt x="0" y="3026481"/>
                </a:lnTo>
                <a:close/>
              </a:path>
            </a:pathLst>
          </a:custGeom>
          <a:solidFill>
            <a:srgbClr val="E7E1D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sv-SE"/>
          </a:p>
        </p:txBody>
      </p:sp>
      <p:sp>
        <p:nvSpPr>
          <p:cNvPr id="2" name="Rubrik 1">
            <a:extLst>
              <a:ext uri="{FF2B5EF4-FFF2-40B4-BE49-F238E27FC236}">
                <a16:creationId xmlns:a16="http://schemas.microsoft.com/office/drawing/2014/main" id="{C3055DF0-CE61-81D0-5CCD-066F7176304B}"/>
              </a:ext>
            </a:extLst>
          </p:cNvPr>
          <p:cNvSpPr>
            <a:spLocks noGrp="1"/>
          </p:cNvSpPr>
          <p:nvPr>
            <p:ph type="title" hasCustomPrompt="1"/>
          </p:nvPr>
        </p:nvSpPr>
        <p:spPr>
          <a:xfrm>
            <a:off x="1097554" y="921600"/>
            <a:ext cx="10046304" cy="1047750"/>
          </a:xfrm>
          <a:prstGeom prst="rect">
            <a:avLst/>
          </a:prstGeom>
        </p:spPr>
        <p:txBody>
          <a:bodyPr anchor="t" anchorCtr="0"/>
          <a:lstStyle>
            <a:lvl1pPr>
              <a:defRPr sz="3300"/>
            </a:lvl1pPr>
          </a:lstStyle>
          <a:p>
            <a:r>
              <a:rPr lang="sv-SE"/>
              <a:t>Klicka för att lägga till rubrik</a:t>
            </a:r>
          </a:p>
        </p:txBody>
      </p:sp>
      <p:sp>
        <p:nvSpPr>
          <p:cNvPr id="8" name="Platshållare för innehåll 13">
            <a:extLst>
              <a:ext uri="{FF2B5EF4-FFF2-40B4-BE49-F238E27FC236}">
                <a16:creationId xmlns:a16="http://schemas.microsoft.com/office/drawing/2014/main" id="{2BD858AF-B70F-D693-F33B-D59915C4884E}"/>
              </a:ext>
            </a:extLst>
          </p:cNvPr>
          <p:cNvSpPr>
            <a:spLocks noGrp="1"/>
          </p:cNvSpPr>
          <p:nvPr>
            <p:ph sz="quarter" idx="17" hasCustomPrompt="1"/>
          </p:nvPr>
        </p:nvSpPr>
        <p:spPr>
          <a:xfrm>
            <a:off x="1096246" y="2098800"/>
            <a:ext cx="10047600" cy="3311999"/>
          </a:xfrm>
        </p:spPr>
        <p:txBody>
          <a:bodyPr/>
          <a:lstStyle/>
          <a:p>
            <a:pPr lvl="0"/>
            <a:r>
              <a:rPr lang="sv-SE" noProof="0"/>
              <a:t>Skriv text här</a:t>
            </a:r>
          </a:p>
          <a:p>
            <a:pPr lvl="1"/>
            <a:r>
              <a:rPr lang="sv-SE" noProof="0"/>
              <a:t>Skriv text här</a:t>
            </a:r>
          </a:p>
          <a:p>
            <a:pPr lvl="2"/>
            <a:r>
              <a:rPr lang="sv-SE" noProof="0"/>
              <a:t>Skriv text här</a:t>
            </a:r>
          </a:p>
        </p:txBody>
      </p:sp>
      <p:sp>
        <p:nvSpPr>
          <p:cNvPr id="3" name="Platshållare för datum 1">
            <a:extLst>
              <a:ext uri="{FF2B5EF4-FFF2-40B4-BE49-F238E27FC236}">
                <a16:creationId xmlns:a16="http://schemas.microsoft.com/office/drawing/2014/main" id="{663B0DA8-D3E9-66BB-CD23-C005622D06B7}"/>
              </a:ext>
            </a:extLst>
          </p:cNvPr>
          <p:cNvSpPr>
            <a:spLocks noGrp="1"/>
          </p:cNvSpPr>
          <p:nvPr>
            <p:ph type="dt" sz="half" idx="15"/>
          </p:nvPr>
        </p:nvSpPr>
        <p:spPr>
          <a:xfrm>
            <a:off x="10901363" y="136525"/>
            <a:ext cx="908050" cy="141687"/>
          </a:xfrm>
        </p:spPr>
        <p:txBody>
          <a:bodyPr/>
          <a:lstStyle/>
          <a:p>
            <a:fld id="{4B776B95-268A-4CFA-BBA5-9ACA910E4F80}" type="datetime1">
              <a:rPr lang="sv-SE" smtClean="0"/>
              <a:t>2026-10-19</a:t>
            </a:fld>
            <a:endParaRPr lang="sv-SE"/>
          </a:p>
        </p:txBody>
      </p:sp>
      <p:sp>
        <p:nvSpPr>
          <p:cNvPr id="6" name="Platshållare för sidfot 3">
            <a:extLst>
              <a:ext uri="{FF2B5EF4-FFF2-40B4-BE49-F238E27FC236}">
                <a16:creationId xmlns:a16="http://schemas.microsoft.com/office/drawing/2014/main" id="{AF1EB98A-644B-CACB-D0B3-1A32BEFD19E9}"/>
              </a:ext>
            </a:extLst>
          </p:cNvPr>
          <p:cNvSpPr>
            <a:spLocks noGrp="1"/>
          </p:cNvSpPr>
          <p:nvPr>
            <p:ph type="ftr" sz="quarter" idx="16"/>
          </p:nvPr>
        </p:nvSpPr>
        <p:spPr>
          <a:xfrm>
            <a:off x="389466" y="136525"/>
            <a:ext cx="4125383" cy="141687"/>
          </a:xfrm>
        </p:spPr>
        <p:txBody>
          <a:bodyPr/>
          <a:lstStyle/>
          <a:p>
            <a:r>
              <a:rPr lang="sv-SE"/>
              <a:t>Sahlgrenska Universitetssjukhuset</a:t>
            </a:r>
          </a:p>
        </p:txBody>
      </p:sp>
    </p:spTree>
    <p:extLst>
      <p:ext uri="{BB962C8B-B14F-4D97-AF65-F5344CB8AC3E}">
        <p14:creationId xmlns:p14="http://schemas.microsoft.com/office/powerpoint/2010/main" val="3257010246"/>
      </p:ext>
    </p:extLst>
  </p:cSld>
  <p:clrMapOvr>
    <a:masterClrMapping/>
  </p:clrMapOvr>
  <p:extLst>
    <p:ext uri="{DCECCB84-F9BA-43D5-87BE-67443E8EF086}">
      <p15:sldGuideLst xmlns:p15="http://schemas.microsoft.com/office/powerpoint/2012/main">
        <p15:guide id="1" orient="horz" pos="1321">
          <p15:clr>
            <a:srgbClr val="FBAE40"/>
          </p15:clr>
        </p15:guide>
        <p15:guide id="2" pos="688">
          <p15:clr>
            <a:srgbClr val="FBAE40"/>
          </p15:clr>
        </p15:guide>
        <p15:guide id="3" orient="horz" pos="57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Rubrik, innehåll och ljusblå bakgrund">
    <p:spTree>
      <p:nvGrpSpPr>
        <p:cNvPr id="1" name=""/>
        <p:cNvGrpSpPr/>
        <p:nvPr/>
      </p:nvGrpSpPr>
      <p:grpSpPr>
        <a:xfrm>
          <a:off x="0" y="0"/>
          <a:ext cx="0" cy="0"/>
          <a:chOff x="0" y="0"/>
          <a:chExt cx="0" cy="0"/>
        </a:xfrm>
      </p:grpSpPr>
      <p:sp>
        <p:nvSpPr>
          <p:cNvPr id="8" name="Frihandsfigur 7">
            <a:extLst>
              <a:ext uri="{FF2B5EF4-FFF2-40B4-BE49-F238E27FC236}">
                <a16:creationId xmlns:a16="http://schemas.microsoft.com/office/drawing/2014/main" id="{8E45FC93-1C41-63EC-574B-533DF6E7934F}"/>
              </a:ext>
              <a:ext uri="{C183D7F6-B498-43B3-948B-1728B52AA6E4}">
                <adec:decorative xmlns:adec="http://schemas.microsoft.com/office/drawing/2017/decorative" val="1"/>
              </a:ext>
            </a:extLst>
          </p:cNvPr>
          <p:cNvSpPr/>
          <p:nvPr userDrawn="1"/>
        </p:nvSpPr>
        <p:spPr bwMode="black">
          <a:xfrm>
            <a:off x="389262" y="380997"/>
            <a:ext cx="11412000" cy="6099856"/>
          </a:xfrm>
          <a:custGeom>
            <a:avLst/>
            <a:gdLst>
              <a:gd name="connsiteX0" fmla="*/ 0 w 11412000"/>
              <a:gd name="connsiteY0" fmla="*/ 0 h 6099856"/>
              <a:gd name="connsiteX1" fmla="*/ 11412000 w 11412000"/>
              <a:gd name="connsiteY1" fmla="*/ 0 h 6099856"/>
              <a:gd name="connsiteX2" fmla="*/ 11412000 w 11412000"/>
              <a:gd name="connsiteY2" fmla="*/ 1400466 h 6099856"/>
              <a:gd name="connsiteX3" fmla="*/ 11412000 w 11412000"/>
              <a:gd name="connsiteY3" fmla="*/ 3026481 h 6099856"/>
              <a:gd name="connsiteX4" fmla="*/ 11412000 w 11412000"/>
              <a:gd name="connsiteY4" fmla="*/ 3606802 h 6099856"/>
              <a:gd name="connsiteX5" fmla="*/ 11412000 w 11412000"/>
              <a:gd name="connsiteY5" fmla="*/ 5065943 h 6099856"/>
              <a:gd name="connsiteX6" fmla="*/ 10378087 w 11412000"/>
              <a:gd name="connsiteY6" fmla="*/ 6099856 h 6099856"/>
              <a:gd name="connsiteX7" fmla="*/ 5706738 w 11412000"/>
              <a:gd name="connsiteY7" fmla="*/ 6099856 h 6099856"/>
              <a:gd name="connsiteX8" fmla="*/ 5004000 w 11412000"/>
              <a:gd name="connsiteY8" fmla="*/ 6099856 h 6099856"/>
              <a:gd name="connsiteX9" fmla="*/ 257 w 11412000"/>
              <a:gd name="connsiteY9" fmla="*/ 6099856 h 6099856"/>
              <a:gd name="connsiteX10" fmla="*/ 257 w 11412000"/>
              <a:gd name="connsiteY10" fmla="*/ 3026481 h 6099856"/>
              <a:gd name="connsiteX11" fmla="*/ 0 w 11412000"/>
              <a:gd name="connsiteY11" fmla="*/ 3026481 h 6099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12000" h="6099856">
                <a:moveTo>
                  <a:pt x="0" y="0"/>
                </a:moveTo>
                <a:lnTo>
                  <a:pt x="11412000" y="0"/>
                </a:lnTo>
                <a:lnTo>
                  <a:pt x="11412000" y="1400466"/>
                </a:lnTo>
                <a:lnTo>
                  <a:pt x="11412000" y="3026481"/>
                </a:lnTo>
                <a:lnTo>
                  <a:pt x="11412000" y="3606802"/>
                </a:lnTo>
                <a:lnTo>
                  <a:pt x="11412000" y="5065943"/>
                </a:lnTo>
                <a:cubicBezTo>
                  <a:pt x="11412000" y="5636957"/>
                  <a:pt x="10949101" y="6099856"/>
                  <a:pt x="10378087" y="6099856"/>
                </a:cubicBezTo>
                <a:lnTo>
                  <a:pt x="5706738" y="6099856"/>
                </a:lnTo>
                <a:lnTo>
                  <a:pt x="5004000" y="6099856"/>
                </a:lnTo>
                <a:lnTo>
                  <a:pt x="257" y="6099856"/>
                </a:lnTo>
                <a:lnTo>
                  <a:pt x="257" y="3026481"/>
                </a:lnTo>
                <a:lnTo>
                  <a:pt x="0" y="3026481"/>
                </a:lnTo>
                <a:close/>
              </a:path>
            </a:pathLst>
          </a:custGeom>
          <a:solidFill>
            <a:srgbClr val="B3EB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sv-SE"/>
          </a:p>
        </p:txBody>
      </p:sp>
      <p:sp>
        <p:nvSpPr>
          <p:cNvPr id="2" name="Rubrik 1">
            <a:extLst>
              <a:ext uri="{FF2B5EF4-FFF2-40B4-BE49-F238E27FC236}">
                <a16:creationId xmlns:a16="http://schemas.microsoft.com/office/drawing/2014/main" id="{C3055DF0-CE61-81D0-5CCD-066F7176304B}"/>
              </a:ext>
            </a:extLst>
          </p:cNvPr>
          <p:cNvSpPr>
            <a:spLocks noGrp="1"/>
          </p:cNvSpPr>
          <p:nvPr>
            <p:ph type="title" hasCustomPrompt="1"/>
          </p:nvPr>
        </p:nvSpPr>
        <p:spPr>
          <a:xfrm>
            <a:off x="1097554" y="921600"/>
            <a:ext cx="10046304" cy="1047750"/>
          </a:xfrm>
          <a:prstGeom prst="rect">
            <a:avLst/>
          </a:prstGeom>
        </p:spPr>
        <p:txBody>
          <a:bodyPr anchor="t" anchorCtr="0"/>
          <a:lstStyle>
            <a:lvl1pPr>
              <a:defRPr sz="3300"/>
            </a:lvl1pPr>
          </a:lstStyle>
          <a:p>
            <a:r>
              <a:rPr lang="sv-SE"/>
              <a:t>Klicka för att lägga till rubrik</a:t>
            </a:r>
          </a:p>
        </p:txBody>
      </p:sp>
      <p:sp>
        <p:nvSpPr>
          <p:cNvPr id="7" name="Platshållare för innehåll 13">
            <a:extLst>
              <a:ext uri="{FF2B5EF4-FFF2-40B4-BE49-F238E27FC236}">
                <a16:creationId xmlns:a16="http://schemas.microsoft.com/office/drawing/2014/main" id="{94CB0FC2-1D05-5EE5-C07F-D00BCBF5FC5E}"/>
              </a:ext>
            </a:extLst>
          </p:cNvPr>
          <p:cNvSpPr>
            <a:spLocks noGrp="1"/>
          </p:cNvSpPr>
          <p:nvPr>
            <p:ph sz="quarter" idx="17" hasCustomPrompt="1"/>
          </p:nvPr>
        </p:nvSpPr>
        <p:spPr>
          <a:xfrm>
            <a:off x="1096246" y="2098800"/>
            <a:ext cx="10047600" cy="3311999"/>
          </a:xfrm>
        </p:spPr>
        <p:txBody>
          <a:bodyPr/>
          <a:lstStyle/>
          <a:p>
            <a:pPr lvl="0"/>
            <a:r>
              <a:rPr lang="sv-SE" noProof="0"/>
              <a:t>Skriv text här</a:t>
            </a:r>
          </a:p>
          <a:p>
            <a:pPr lvl="1"/>
            <a:r>
              <a:rPr lang="sv-SE" noProof="0"/>
              <a:t>Skriv text här</a:t>
            </a:r>
          </a:p>
          <a:p>
            <a:pPr lvl="2"/>
            <a:r>
              <a:rPr lang="sv-SE" noProof="0"/>
              <a:t>Skriv text här</a:t>
            </a:r>
          </a:p>
        </p:txBody>
      </p:sp>
      <p:sp>
        <p:nvSpPr>
          <p:cNvPr id="3" name="Platshållare för datum 1">
            <a:extLst>
              <a:ext uri="{FF2B5EF4-FFF2-40B4-BE49-F238E27FC236}">
                <a16:creationId xmlns:a16="http://schemas.microsoft.com/office/drawing/2014/main" id="{647EF076-477A-71A7-7111-6D6672B5D0E8}"/>
              </a:ext>
            </a:extLst>
          </p:cNvPr>
          <p:cNvSpPr>
            <a:spLocks noGrp="1"/>
          </p:cNvSpPr>
          <p:nvPr>
            <p:ph type="dt" sz="half" idx="15"/>
          </p:nvPr>
        </p:nvSpPr>
        <p:spPr>
          <a:xfrm>
            <a:off x="10901363" y="136525"/>
            <a:ext cx="908050" cy="141687"/>
          </a:xfrm>
        </p:spPr>
        <p:txBody>
          <a:bodyPr/>
          <a:lstStyle/>
          <a:p>
            <a:fld id="{4B776B95-268A-4CFA-BBA5-9ACA910E4F80}" type="datetime1">
              <a:rPr lang="sv-SE" smtClean="0"/>
              <a:t>2026-10-19</a:t>
            </a:fld>
            <a:endParaRPr lang="sv-SE"/>
          </a:p>
        </p:txBody>
      </p:sp>
      <p:sp>
        <p:nvSpPr>
          <p:cNvPr id="6" name="Platshållare för sidfot 3">
            <a:extLst>
              <a:ext uri="{FF2B5EF4-FFF2-40B4-BE49-F238E27FC236}">
                <a16:creationId xmlns:a16="http://schemas.microsoft.com/office/drawing/2014/main" id="{F3375E35-0D36-C479-2BE7-9F02ACE433C0}"/>
              </a:ext>
            </a:extLst>
          </p:cNvPr>
          <p:cNvSpPr>
            <a:spLocks noGrp="1"/>
          </p:cNvSpPr>
          <p:nvPr>
            <p:ph type="ftr" sz="quarter" idx="16"/>
          </p:nvPr>
        </p:nvSpPr>
        <p:spPr>
          <a:xfrm>
            <a:off x="389466" y="136525"/>
            <a:ext cx="4125383" cy="141687"/>
          </a:xfrm>
        </p:spPr>
        <p:txBody>
          <a:bodyPr/>
          <a:lstStyle/>
          <a:p>
            <a:r>
              <a:rPr lang="sv-SE"/>
              <a:t>Sahlgrenska Universitetssjukhuset</a:t>
            </a:r>
          </a:p>
        </p:txBody>
      </p:sp>
    </p:spTree>
    <p:extLst>
      <p:ext uri="{BB962C8B-B14F-4D97-AF65-F5344CB8AC3E}">
        <p14:creationId xmlns:p14="http://schemas.microsoft.com/office/powerpoint/2010/main" val="3820208647"/>
      </p:ext>
    </p:extLst>
  </p:cSld>
  <p:clrMapOvr>
    <a:masterClrMapping/>
  </p:clrMapOvr>
  <p:extLst>
    <p:ext uri="{DCECCB84-F9BA-43D5-87BE-67443E8EF086}">
      <p15:sldGuideLst xmlns:p15="http://schemas.microsoft.com/office/powerpoint/2012/main">
        <p15:guide id="1" orient="horz" pos="1321">
          <p15:clr>
            <a:srgbClr val="FBAE40"/>
          </p15:clr>
        </p15:guide>
        <p15:guide id="2" pos="688">
          <p15:clr>
            <a:srgbClr val="FBAE40"/>
          </p15:clr>
        </p15:guide>
        <p15:guide id="3" orient="horz" pos="57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Rubrik och innehåll - maximerad yta">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6B25631-0701-40C3-A2E5-991715C6245C}"/>
              </a:ext>
            </a:extLst>
          </p:cNvPr>
          <p:cNvSpPr>
            <a:spLocks noGrp="1"/>
          </p:cNvSpPr>
          <p:nvPr>
            <p:ph type="title" hasCustomPrompt="1"/>
          </p:nvPr>
        </p:nvSpPr>
        <p:spPr>
          <a:xfrm>
            <a:off x="360000" y="360000"/>
            <a:ext cx="11473200" cy="1047600"/>
          </a:xfrm>
          <a:prstGeom prst="rect">
            <a:avLst/>
          </a:prstGeom>
        </p:spPr>
        <p:txBody>
          <a:bodyPr anchor="b" anchorCtr="0"/>
          <a:lstStyle>
            <a:lvl1pPr>
              <a:defRPr/>
            </a:lvl1pPr>
          </a:lstStyle>
          <a:p>
            <a:r>
              <a:rPr lang="sv-SE"/>
              <a:t>Klicka för att lägga till rubrik</a:t>
            </a:r>
          </a:p>
        </p:txBody>
      </p:sp>
      <p:sp>
        <p:nvSpPr>
          <p:cNvPr id="9" name="Platshållare för innehåll 8">
            <a:extLst>
              <a:ext uri="{FF2B5EF4-FFF2-40B4-BE49-F238E27FC236}">
                <a16:creationId xmlns:a16="http://schemas.microsoft.com/office/drawing/2014/main" id="{375C1A3E-A802-BA54-3D5B-74B018A66CE2}"/>
              </a:ext>
            </a:extLst>
          </p:cNvPr>
          <p:cNvSpPr>
            <a:spLocks noGrp="1"/>
          </p:cNvSpPr>
          <p:nvPr>
            <p:ph sz="quarter" idx="14"/>
          </p:nvPr>
        </p:nvSpPr>
        <p:spPr>
          <a:xfrm>
            <a:off x="359998" y="1767599"/>
            <a:ext cx="11473200" cy="4352400"/>
          </a:xfrm>
          <a:prstGeom prst="rect">
            <a:avLst/>
          </a:prstGeo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3" name="Platshållare för datum 1">
            <a:extLst>
              <a:ext uri="{FF2B5EF4-FFF2-40B4-BE49-F238E27FC236}">
                <a16:creationId xmlns:a16="http://schemas.microsoft.com/office/drawing/2014/main" id="{F73691E9-3BA3-B395-9DEB-766A79AEC1D0}"/>
              </a:ext>
            </a:extLst>
          </p:cNvPr>
          <p:cNvSpPr>
            <a:spLocks noGrp="1"/>
          </p:cNvSpPr>
          <p:nvPr>
            <p:ph type="dt" sz="half" idx="15"/>
          </p:nvPr>
        </p:nvSpPr>
        <p:spPr>
          <a:xfrm>
            <a:off x="10901363" y="136525"/>
            <a:ext cx="908050" cy="141687"/>
          </a:xfrm>
        </p:spPr>
        <p:txBody>
          <a:bodyPr/>
          <a:lstStyle/>
          <a:p>
            <a:fld id="{4B776B95-268A-4CFA-BBA5-9ACA910E4F80}" type="datetime1">
              <a:rPr lang="sv-SE" smtClean="0"/>
              <a:t>2026-10-19</a:t>
            </a:fld>
            <a:endParaRPr lang="sv-SE"/>
          </a:p>
        </p:txBody>
      </p:sp>
      <p:sp>
        <p:nvSpPr>
          <p:cNvPr id="4" name="Platshållare för sidfot 3">
            <a:extLst>
              <a:ext uri="{FF2B5EF4-FFF2-40B4-BE49-F238E27FC236}">
                <a16:creationId xmlns:a16="http://schemas.microsoft.com/office/drawing/2014/main" id="{D96858A4-86FA-101F-4A06-30111AC233FF}"/>
              </a:ext>
            </a:extLst>
          </p:cNvPr>
          <p:cNvSpPr>
            <a:spLocks noGrp="1"/>
          </p:cNvSpPr>
          <p:nvPr>
            <p:ph type="ftr" sz="quarter" idx="16"/>
          </p:nvPr>
        </p:nvSpPr>
        <p:spPr>
          <a:xfrm>
            <a:off x="389466" y="136525"/>
            <a:ext cx="4125383" cy="141687"/>
          </a:xfrm>
        </p:spPr>
        <p:txBody>
          <a:bodyPr/>
          <a:lstStyle/>
          <a:p>
            <a:r>
              <a:rPr lang="sv-SE"/>
              <a:t>Sahlgrenska Universitetssjukhuset</a:t>
            </a:r>
          </a:p>
        </p:txBody>
      </p:sp>
    </p:spTree>
    <p:extLst>
      <p:ext uri="{BB962C8B-B14F-4D97-AF65-F5344CB8AC3E}">
        <p14:creationId xmlns:p14="http://schemas.microsoft.com/office/powerpoint/2010/main" val="8987322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vart logo/Vit bakgrund">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F028FC9A-549E-C173-F6EE-DD2DADAFA6B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3524332" y="2897528"/>
            <a:ext cx="5152320" cy="1062943"/>
          </a:xfrm>
          <a:prstGeom prst="rect">
            <a:avLst/>
          </a:prstGeom>
        </p:spPr>
      </p:pic>
      <p:sp>
        <p:nvSpPr>
          <p:cNvPr id="3" name="Title 2">
            <a:extLst>
              <a:ext uri="{FF2B5EF4-FFF2-40B4-BE49-F238E27FC236}">
                <a16:creationId xmlns:a16="http://schemas.microsoft.com/office/drawing/2014/main" id="{3B23554D-627D-914B-C979-86E23DE8C83A}"/>
              </a:ext>
            </a:extLst>
          </p:cNvPr>
          <p:cNvSpPr>
            <a:spLocks noGrp="1"/>
          </p:cNvSpPr>
          <p:nvPr>
            <p:ph type="title" hasCustomPrompt="1"/>
          </p:nvPr>
        </p:nvSpPr>
        <p:spPr>
          <a:xfrm>
            <a:off x="1100667" y="-1301484"/>
            <a:ext cx="8642350" cy="1047750"/>
          </a:xfrm>
        </p:spPr>
        <p:txBody>
          <a:bodyPr/>
          <a:lstStyle>
            <a:lvl1pPr>
              <a:defRPr/>
            </a:lvl1pPr>
          </a:lstStyle>
          <a:p>
            <a:r>
              <a:rPr lang="sv-SE" noProof="0"/>
              <a:t>Skriv en rubrik för tillgänglighetsanpassning</a:t>
            </a:r>
          </a:p>
        </p:txBody>
      </p:sp>
    </p:spTree>
    <p:extLst>
      <p:ext uri="{BB962C8B-B14F-4D97-AF65-F5344CB8AC3E}">
        <p14:creationId xmlns:p14="http://schemas.microsoft.com/office/powerpoint/2010/main" val="4924050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it logo/Blå bakgrund">
    <p:spTree>
      <p:nvGrpSpPr>
        <p:cNvPr id="1" name=""/>
        <p:cNvGrpSpPr/>
        <p:nvPr/>
      </p:nvGrpSpPr>
      <p:grpSpPr>
        <a:xfrm>
          <a:off x="0" y="0"/>
          <a:ext cx="0" cy="0"/>
          <a:chOff x="0" y="0"/>
          <a:chExt cx="0" cy="0"/>
        </a:xfrm>
      </p:grpSpPr>
      <p:sp>
        <p:nvSpPr>
          <p:cNvPr id="5" name="Rektangel: ett hörn rundat 4">
            <a:extLst>
              <a:ext uri="{FF2B5EF4-FFF2-40B4-BE49-F238E27FC236}">
                <a16:creationId xmlns:a16="http://schemas.microsoft.com/office/drawing/2014/main" id="{0F7839DA-DC58-9FD4-5DB7-077F9CCAC083}"/>
              </a:ext>
              <a:ext uri="{C183D7F6-B498-43B3-948B-1728B52AA6E4}">
                <adec:decorative xmlns:adec="http://schemas.microsoft.com/office/drawing/2017/decorative" val="1"/>
              </a:ext>
            </a:extLst>
          </p:cNvPr>
          <p:cNvSpPr/>
          <p:nvPr userDrawn="1"/>
        </p:nvSpPr>
        <p:spPr bwMode="black">
          <a:xfrm flipV="1">
            <a:off x="389466" y="380999"/>
            <a:ext cx="11413068" cy="6099176"/>
          </a:xfrm>
          <a:prstGeom prst="round1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6" name="Logo">
            <a:extLst>
              <a:ext uri="{FF2B5EF4-FFF2-40B4-BE49-F238E27FC236}">
                <a16:creationId xmlns:a16="http://schemas.microsoft.com/office/drawing/2014/main" id="{F028FC9A-549E-C173-F6EE-DD2DADAFA6B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3519840" y="2897528"/>
            <a:ext cx="5152320" cy="1062943"/>
          </a:xfrm>
          <a:prstGeom prst="rect">
            <a:avLst/>
          </a:prstGeom>
        </p:spPr>
      </p:pic>
      <p:sp>
        <p:nvSpPr>
          <p:cNvPr id="3" name="Title 2">
            <a:extLst>
              <a:ext uri="{FF2B5EF4-FFF2-40B4-BE49-F238E27FC236}">
                <a16:creationId xmlns:a16="http://schemas.microsoft.com/office/drawing/2014/main" id="{C71987B4-A1C4-C717-553B-70AFEBCBFD71}"/>
              </a:ext>
            </a:extLst>
          </p:cNvPr>
          <p:cNvSpPr>
            <a:spLocks noGrp="1"/>
          </p:cNvSpPr>
          <p:nvPr>
            <p:ph type="title" hasCustomPrompt="1"/>
          </p:nvPr>
        </p:nvSpPr>
        <p:spPr>
          <a:xfrm>
            <a:off x="1100667" y="-1410109"/>
            <a:ext cx="8642350" cy="1047750"/>
          </a:xfrm>
        </p:spPr>
        <p:txBody>
          <a:bodyPr/>
          <a:lstStyle/>
          <a:p>
            <a:r>
              <a:rPr lang="sv-SE" noProof="0"/>
              <a:t>Skriv en rubrik för tillgänglighetsanpassning</a:t>
            </a:r>
          </a:p>
        </p:txBody>
      </p:sp>
    </p:spTree>
    <p:extLst>
      <p:ext uri="{BB962C8B-B14F-4D97-AF65-F5344CB8AC3E}">
        <p14:creationId xmlns:p14="http://schemas.microsoft.com/office/powerpoint/2010/main" val="4252726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152683E2-9A31-4B47-ACFE-390B6E0AF714}"/>
              </a:ext>
            </a:extLst>
          </p:cNvPr>
          <p:cNvSpPr>
            <a:spLocks noGrp="1"/>
          </p:cNvSpPr>
          <p:nvPr>
            <p:ph type="title"/>
          </p:nvPr>
        </p:nvSpPr>
        <p:spPr>
          <a:xfrm>
            <a:off x="1100667" y="425716"/>
            <a:ext cx="8642350" cy="1047750"/>
          </a:xfrm>
          <a:prstGeom prst="rect">
            <a:avLst/>
          </a:prstGeom>
        </p:spPr>
        <p:txBody>
          <a:bodyPr vert="horz" lIns="0" tIns="0" rIns="0" bIns="0" rtlCol="0" anchor="b">
            <a:noAutofit/>
          </a:bodyPr>
          <a:lstStyle/>
          <a:p>
            <a:r>
              <a:rPr lang="sv-SE"/>
              <a:t>Klicka för att lägga till rubrik</a:t>
            </a:r>
          </a:p>
        </p:txBody>
      </p:sp>
      <p:sp>
        <p:nvSpPr>
          <p:cNvPr id="3" name="Platshållare för text 2">
            <a:extLst>
              <a:ext uri="{FF2B5EF4-FFF2-40B4-BE49-F238E27FC236}">
                <a16:creationId xmlns:a16="http://schemas.microsoft.com/office/drawing/2014/main" id="{81C0710F-3CB3-4F01-9977-A1A69928F1E2}"/>
              </a:ext>
            </a:extLst>
          </p:cNvPr>
          <p:cNvSpPr>
            <a:spLocks noGrp="1"/>
          </p:cNvSpPr>
          <p:nvPr>
            <p:ph type="body" idx="1"/>
          </p:nvPr>
        </p:nvSpPr>
        <p:spPr>
          <a:xfrm>
            <a:off x="1111250" y="2044700"/>
            <a:ext cx="8642350" cy="3311526"/>
          </a:xfrm>
          <a:prstGeom prst="rect">
            <a:avLst/>
          </a:prstGeom>
        </p:spPr>
        <p:txBody>
          <a:bodyPr vert="horz" lIns="0" tIns="0" rIns="0" bIns="0" rtlCol="0">
            <a:noAutofit/>
          </a:bodyPr>
          <a:lstStyle/>
          <a:p>
            <a:pPr lvl="0"/>
            <a:r>
              <a:rPr lang="sv-SE"/>
              <a:t>Skriv text här</a:t>
            </a:r>
          </a:p>
          <a:p>
            <a:pPr lvl="1"/>
            <a:r>
              <a:rPr lang="sv-SE"/>
              <a:t>Skriv text här</a:t>
            </a:r>
          </a:p>
          <a:p>
            <a:pPr lvl="2"/>
            <a:r>
              <a:rPr lang="sv-SE"/>
              <a:t>Nivå tre</a:t>
            </a:r>
          </a:p>
          <a:p>
            <a:pPr lvl="3"/>
            <a:r>
              <a:rPr lang="sv-SE"/>
              <a:t>Nivå fyra</a:t>
            </a:r>
          </a:p>
          <a:p>
            <a:pPr lvl="4"/>
            <a:r>
              <a:rPr lang="sv-SE"/>
              <a:t>Nivå fem</a:t>
            </a:r>
          </a:p>
        </p:txBody>
      </p:sp>
      <p:sp>
        <p:nvSpPr>
          <p:cNvPr id="9" name="Platshållare för datum 8">
            <a:extLst>
              <a:ext uri="{FF2B5EF4-FFF2-40B4-BE49-F238E27FC236}">
                <a16:creationId xmlns:a16="http://schemas.microsoft.com/office/drawing/2014/main" id="{94798039-E5C4-7804-7509-501B9DE7B0C6}"/>
              </a:ext>
            </a:extLst>
          </p:cNvPr>
          <p:cNvSpPr>
            <a:spLocks noGrp="1"/>
          </p:cNvSpPr>
          <p:nvPr>
            <p:ph type="dt" sz="half" idx="2"/>
          </p:nvPr>
        </p:nvSpPr>
        <p:spPr>
          <a:xfrm>
            <a:off x="10901363" y="136525"/>
            <a:ext cx="908050" cy="141687"/>
          </a:xfrm>
          <a:prstGeom prst="rect">
            <a:avLst/>
          </a:prstGeom>
        </p:spPr>
        <p:txBody>
          <a:bodyPr vert="horz" lIns="0" tIns="0" rIns="0" bIns="0" rtlCol="0" anchor="ctr"/>
          <a:lstStyle>
            <a:lvl1pPr algn="r">
              <a:defRPr sz="900">
                <a:solidFill>
                  <a:schemeClr val="tx1"/>
                </a:solidFill>
              </a:defRPr>
            </a:lvl1pPr>
          </a:lstStyle>
          <a:p>
            <a:fld id="{603DE84F-2189-4AE4-8038-290BEACE7459}" type="datetime1">
              <a:rPr lang="sv-SE" smtClean="0"/>
              <a:t>2026-10-19</a:t>
            </a:fld>
            <a:endParaRPr lang="sv-SE"/>
          </a:p>
        </p:txBody>
      </p:sp>
      <p:sp>
        <p:nvSpPr>
          <p:cNvPr id="10" name="Platshållare för sidfot 9">
            <a:extLst>
              <a:ext uri="{FF2B5EF4-FFF2-40B4-BE49-F238E27FC236}">
                <a16:creationId xmlns:a16="http://schemas.microsoft.com/office/drawing/2014/main" id="{2F44A19D-54A3-346E-3AA1-C94C6D945439}"/>
              </a:ext>
            </a:extLst>
          </p:cNvPr>
          <p:cNvSpPr>
            <a:spLocks noGrp="1"/>
          </p:cNvSpPr>
          <p:nvPr>
            <p:ph type="ftr" sz="quarter" idx="3"/>
          </p:nvPr>
        </p:nvSpPr>
        <p:spPr>
          <a:xfrm>
            <a:off x="389466" y="136525"/>
            <a:ext cx="4125383" cy="141687"/>
          </a:xfrm>
          <a:prstGeom prst="rect">
            <a:avLst/>
          </a:prstGeom>
        </p:spPr>
        <p:txBody>
          <a:bodyPr vert="horz" lIns="0" tIns="0" rIns="0" bIns="0" rtlCol="0" anchor="ctr"/>
          <a:lstStyle>
            <a:lvl1pPr algn="l">
              <a:defRPr sz="900">
                <a:solidFill>
                  <a:schemeClr val="tx1"/>
                </a:solidFill>
              </a:defRPr>
            </a:lvl1pPr>
          </a:lstStyle>
          <a:p>
            <a:r>
              <a:rPr lang="sv-SE"/>
              <a:t>Sahlgrenska Universitetssjukhuset</a:t>
            </a:r>
          </a:p>
        </p:txBody>
      </p:sp>
    </p:spTree>
    <p:extLst>
      <p:ext uri="{BB962C8B-B14F-4D97-AF65-F5344CB8AC3E}">
        <p14:creationId xmlns:p14="http://schemas.microsoft.com/office/powerpoint/2010/main" val="149138282"/>
      </p:ext>
    </p:extLst>
  </p:cSld>
  <p:clrMap bg1="lt1" tx1="dk1" bg2="lt2" tx2="dk2" accent1="accent1" accent2="accent2" accent3="accent3" accent4="accent4" accent5="accent5" accent6="accent6" hlink="hlink" folHlink="folHlink"/>
  <p:sldLayoutIdLst>
    <p:sldLayoutId id="2147483658" r:id="rId1"/>
    <p:sldLayoutId id="2147483649" r:id="rId2"/>
    <p:sldLayoutId id="2147483651" r:id="rId3"/>
    <p:sldLayoutId id="2147483655" r:id="rId4"/>
    <p:sldLayoutId id="2147483650" r:id="rId5"/>
    <p:sldLayoutId id="2147483652" r:id="rId6"/>
    <p:sldLayoutId id="2147483661" r:id="rId7"/>
    <p:sldLayoutId id="2147483677" r:id="rId8"/>
    <p:sldLayoutId id="2147483678" r:id="rId9"/>
    <p:sldLayoutId id="2147483679" r:id="rId10"/>
    <p:sldLayoutId id="2147483680" r:id="rId11"/>
    <p:sldLayoutId id="2147483681" r:id="rId12"/>
    <p:sldLayoutId id="2147483682" r:id="rId13"/>
    <p:sldLayoutId id="2147483673" r:id="rId14"/>
    <p:sldLayoutId id="2147483663" r:id="rId15"/>
    <p:sldLayoutId id="2147483659" r:id="rId16"/>
    <p:sldLayoutId id="2147483660" r:id="rId17"/>
  </p:sldLayoutIdLst>
  <p:hf sldNum="0" hdr="0"/>
  <p:txStyles>
    <p:titleStyle>
      <a:lvl1pPr algn="l" defTabSz="914400" rtl="0" eaLnBrk="1" latinLnBrk="0" hangingPunct="1">
        <a:lnSpc>
          <a:spcPct val="100000"/>
        </a:lnSpc>
        <a:spcBef>
          <a:spcPct val="0"/>
        </a:spcBef>
        <a:buNone/>
        <a:defRPr sz="3300" kern="1200">
          <a:solidFill>
            <a:schemeClr val="tx1"/>
          </a:solidFill>
          <a:latin typeface="+mj-lt"/>
          <a:ea typeface="+mj-ea"/>
          <a:cs typeface="+mj-cs"/>
        </a:defRPr>
      </a:lvl1pPr>
    </p:titleStyle>
    <p:bodyStyle>
      <a:lvl1pPr marL="269875" indent="-269875" algn="l" defTabSz="914400" rtl="0" eaLnBrk="1" latinLnBrk="0" hangingPunct="1">
        <a:lnSpc>
          <a:spcPct val="130000"/>
        </a:lnSpc>
        <a:spcBef>
          <a:spcPts val="1000"/>
        </a:spcBef>
        <a:buFont typeface="Verdana" panose="020B0604030504040204" pitchFamily="34" charset="0"/>
        <a:buChar char="•"/>
        <a:defRPr sz="2200" kern="1200">
          <a:solidFill>
            <a:schemeClr val="tx1"/>
          </a:solidFill>
          <a:latin typeface="+mn-lt"/>
          <a:ea typeface="+mn-ea"/>
          <a:cs typeface="+mn-cs"/>
        </a:defRPr>
      </a:lvl1pPr>
      <a:lvl2pPr marL="533400" indent="-266700" algn="l" defTabSz="914400" rtl="0" eaLnBrk="1" latinLnBrk="0" hangingPunct="1">
        <a:lnSpc>
          <a:spcPct val="130000"/>
        </a:lnSpc>
        <a:spcBef>
          <a:spcPts val="500"/>
        </a:spcBef>
        <a:buFont typeface="Verdana" panose="020B0604030504040204" pitchFamily="34" charset="0"/>
        <a:buChar char="–"/>
        <a:defRPr sz="2000" kern="1200">
          <a:solidFill>
            <a:schemeClr val="tx1"/>
          </a:solidFill>
          <a:latin typeface="+mn-lt"/>
          <a:ea typeface="+mn-ea"/>
          <a:cs typeface="+mn-cs"/>
        </a:defRPr>
      </a:lvl2pPr>
      <a:lvl3pPr marL="812800" indent="-279400" algn="l" defTabSz="914400" rtl="0" eaLnBrk="1" latinLnBrk="0" hangingPunct="1">
        <a:lnSpc>
          <a:spcPct val="130000"/>
        </a:lnSpc>
        <a:spcBef>
          <a:spcPts val="500"/>
        </a:spcBef>
        <a:buFont typeface="Verdana" panose="020B0604030504040204" pitchFamily="34" charset="0"/>
        <a:buChar char="–"/>
        <a:defRPr sz="1800" kern="1200">
          <a:solidFill>
            <a:schemeClr val="tx1"/>
          </a:solidFill>
          <a:latin typeface="+mn-lt"/>
          <a:ea typeface="+mn-ea"/>
          <a:cs typeface="+mn-cs"/>
        </a:defRPr>
      </a:lvl3pPr>
      <a:lvl4pPr marL="1079500" indent="-266700" algn="l" defTabSz="914400" rtl="0" eaLnBrk="1" latinLnBrk="0" hangingPunct="1">
        <a:lnSpc>
          <a:spcPct val="130000"/>
        </a:lnSpc>
        <a:spcBef>
          <a:spcPts val="500"/>
        </a:spcBef>
        <a:buFont typeface="Verdana" panose="020B0604030504040204" pitchFamily="34" charset="0"/>
        <a:buChar char="–"/>
        <a:tabLst>
          <a:tab pos="812800" algn="l"/>
        </a:tabLst>
        <a:defRPr sz="1600" kern="1200">
          <a:solidFill>
            <a:schemeClr val="tx1"/>
          </a:solidFill>
          <a:latin typeface="+mn-lt"/>
          <a:ea typeface="+mn-ea"/>
          <a:cs typeface="+mn-cs"/>
        </a:defRPr>
      </a:lvl4pPr>
      <a:lvl5pPr marL="1346200" indent="-266700" algn="l" defTabSz="914400" rtl="0" eaLnBrk="1" latinLnBrk="0" hangingPunct="1">
        <a:lnSpc>
          <a:spcPct val="130000"/>
        </a:lnSpc>
        <a:spcBef>
          <a:spcPts val="500"/>
        </a:spcBef>
        <a:buFont typeface="Verdana" panose="020B060403050404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34" userDrawn="1">
          <p15:clr>
            <a:srgbClr val="F26B43"/>
          </p15:clr>
        </p15:guide>
        <p15:guide id="8" orient="horz" pos="164" userDrawn="1">
          <p15:clr>
            <a:srgbClr val="F26B43"/>
          </p15:clr>
        </p15:guide>
        <p15:guide id="13" orient="horz" pos="3793" userDrawn="1">
          <p15:clr>
            <a:srgbClr val="F26B43"/>
          </p15:clr>
        </p15:guide>
        <p15:guide id="14" pos="7439"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www.vgregion.se/webbhandboken/digital-tillganglighet/dokument/" TargetMode="External"/><Relationship Id="rId7" Type="http://schemas.openxmlformats.org/officeDocument/2006/relationships/image" Target="../media/image3.jpeg"/><Relationship Id="rId2" Type="http://schemas.openxmlformats.org/officeDocument/2006/relationships/hyperlink" Target="mailto:kommunikation.su@vgregion.se" TargetMode="External"/><Relationship Id="rId1" Type="http://schemas.openxmlformats.org/officeDocument/2006/relationships/slideLayout" Target="../slideLayouts/slideLayout15.xml"/><Relationship Id="rId6" Type="http://schemas.openxmlformats.org/officeDocument/2006/relationships/hyperlink" Target="https://insidan.vgregion.se/forvaltningar/su/stod-och-tjanster/amnen-a-o/kommunikation/mallar-och-visuell-identitet/" TargetMode="External"/><Relationship Id="rId5" Type="http://schemas.openxmlformats.org/officeDocument/2006/relationships/hyperlink" Target="https://www.vgregion.se/ov/varumarkesmanual/" TargetMode="External"/><Relationship Id="rId4" Type="http://schemas.openxmlformats.org/officeDocument/2006/relationships/hyperlink" Target="https://larportalen.vgregion.se/enrol/index.php?id=991"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15.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vgregion.se/ov/varumarkesmanual/visuell-identitet/designsystem/kompletterande-former/" TargetMode="Externa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A6AA047-0B22-49B8-C9AC-EF39AEF5E7CB}"/>
              </a:ext>
            </a:extLst>
          </p:cNvPr>
          <p:cNvSpPr>
            <a:spLocks noGrp="1"/>
          </p:cNvSpPr>
          <p:nvPr>
            <p:ph sz="quarter" idx="14"/>
          </p:nvPr>
        </p:nvSpPr>
        <p:spPr>
          <a:xfrm>
            <a:off x="359998" y="969020"/>
            <a:ext cx="5205663" cy="3059772"/>
          </a:xfrm>
        </p:spPr>
        <p:txBody>
          <a:bodyPr/>
          <a:lstStyle/>
          <a:p>
            <a:pPr marL="0" indent="0">
              <a:buNone/>
            </a:pPr>
            <a:r>
              <a:rPr lang="sv-SE" sz="1000" dirty="0"/>
              <a:t>Mallarna hjälper dig att göra rätt. De är säkrade ur tillgänglighetsperspektiv och följer den visuella identiteten, men det är alltid du som skapar en presentation som ansvarar för både form och innehåll. </a:t>
            </a:r>
          </a:p>
          <a:p>
            <a:pPr marL="0" indent="0">
              <a:buNone/>
            </a:pPr>
            <a:r>
              <a:rPr lang="sv-SE" sz="1000" dirty="0"/>
              <a:t>Ändra inte typsnitt och använd bara de godkända färgerna. </a:t>
            </a:r>
          </a:p>
          <a:p>
            <a:pPr marL="0" indent="0">
              <a:buNone/>
            </a:pPr>
            <a:r>
              <a:rPr lang="sv-SE" sz="1000" dirty="0"/>
              <a:t>I VGR finns fyra </a:t>
            </a:r>
            <a:r>
              <a:rPr lang="sv-SE" sz="1000" dirty="0" err="1"/>
              <a:t>grundmallar</a:t>
            </a:r>
            <a:r>
              <a:rPr lang="sv-SE" sz="1000" dirty="0"/>
              <a:t>: </a:t>
            </a:r>
          </a:p>
          <a:p>
            <a:pPr>
              <a:lnSpc>
                <a:spcPct val="100000"/>
              </a:lnSpc>
            </a:pPr>
            <a:r>
              <a:rPr lang="sv-SE" sz="1000" dirty="0" err="1"/>
              <a:t>VGR:s</a:t>
            </a:r>
            <a:r>
              <a:rPr lang="sv-SE" sz="1000" dirty="0"/>
              <a:t> bas (grå), som kan användas av alla </a:t>
            </a:r>
          </a:p>
          <a:p>
            <a:pPr>
              <a:lnSpc>
                <a:spcPct val="100000"/>
              </a:lnSpc>
            </a:pPr>
            <a:r>
              <a:rPr lang="sv-SE" sz="1000" b="1" dirty="0"/>
              <a:t>Hälso- och sjukvård (blå)</a:t>
            </a:r>
          </a:p>
          <a:p>
            <a:pPr>
              <a:lnSpc>
                <a:spcPct val="100000"/>
              </a:lnSpc>
            </a:pPr>
            <a:r>
              <a:rPr lang="sv-SE" sz="1000" dirty="0"/>
              <a:t>Kultur (röd)</a:t>
            </a:r>
          </a:p>
          <a:p>
            <a:pPr>
              <a:lnSpc>
                <a:spcPct val="100000"/>
              </a:lnSpc>
            </a:pPr>
            <a:r>
              <a:rPr lang="sv-SE" sz="1000" dirty="0"/>
              <a:t>Utbildning (grön)</a:t>
            </a:r>
          </a:p>
          <a:p>
            <a:pPr marL="0" indent="0">
              <a:buNone/>
            </a:pPr>
            <a:r>
              <a:rPr lang="sv-SE" sz="1000" dirty="0"/>
              <a:t>Säkerställ att du använder rätt mall, kontakta </a:t>
            </a:r>
            <a:r>
              <a:rPr lang="sv-SE" sz="1000" dirty="0">
                <a:hlinkClick r:id="rId2"/>
              </a:rPr>
              <a:t>kommunikation.su@vgregion.se</a:t>
            </a:r>
            <a:r>
              <a:rPr lang="sv-SE" sz="1000" dirty="0"/>
              <a:t> om du är osäker. </a:t>
            </a:r>
          </a:p>
        </p:txBody>
      </p:sp>
      <p:sp>
        <p:nvSpPr>
          <p:cNvPr id="38" name="textruta 37">
            <a:extLst>
              <a:ext uri="{FF2B5EF4-FFF2-40B4-BE49-F238E27FC236}">
                <a16:creationId xmlns:a16="http://schemas.microsoft.com/office/drawing/2014/main" id="{6209FFE1-4F52-3AE0-12AE-36846FA90124}"/>
              </a:ext>
            </a:extLst>
          </p:cNvPr>
          <p:cNvSpPr txBox="1"/>
          <p:nvPr/>
        </p:nvSpPr>
        <p:spPr>
          <a:xfrm>
            <a:off x="280248" y="4351924"/>
            <a:ext cx="4316351" cy="1938992"/>
          </a:xfrm>
          <a:prstGeom prst="rect">
            <a:avLst/>
          </a:prstGeom>
          <a:solidFill>
            <a:srgbClr val="FFECB3"/>
          </a:solidFill>
        </p:spPr>
        <p:txBody>
          <a:bodyPr wrap="square" lIns="91440" tIns="45720" rIns="91440" bIns="45720" anchor="t">
            <a:spAutoFit/>
          </a:bodyPr>
          <a:lstStyle/>
          <a:p>
            <a:pPr marL="0" indent="0">
              <a:buNone/>
            </a:pPr>
            <a:r>
              <a:rPr lang="sv-SE" sz="1000" dirty="0"/>
              <a:t>I webbhandboken finns mer information om tillgänglighet: </a:t>
            </a:r>
            <a:r>
              <a:rPr lang="sv-SE" sz="1000" dirty="0">
                <a:hlinkClick r:id="rId3"/>
              </a:rPr>
              <a:t>Dokument - Webbhandbok VGR (vgregion.se)</a:t>
            </a:r>
            <a:endParaRPr lang="sv-SE" sz="1000" dirty="0"/>
          </a:p>
          <a:p>
            <a:pPr marL="0" indent="0">
              <a:buNone/>
            </a:pPr>
            <a:endParaRPr lang="sv-SE" sz="1000" dirty="0"/>
          </a:p>
          <a:p>
            <a:pPr marL="0" indent="0">
              <a:buNone/>
            </a:pPr>
            <a:r>
              <a:rPr lang="sv-SE" sz="1000" dirty="0"/>
              <a:t>I </a:t>
            </a:r>
            <a:r>
              <a:rPr lang="sv-SE" sz="1000" dirty="0" err="1"/>
              <a:t>Lärportalen</a:t>
            </a:r>
            <a:r>
              <a:rPr lang="sv-SE" sz="1000" dirty="0"/>
              <a:t> finns en utbildning om tillgänglighet i Powerpoint: </a:t>
            </a:r>
            <a:r>
              <a:rPr lang="sv-SE" sz="1000" dirty="0">
                <a:hlinkClick r:id="rId4"/>
              </a:rPr>
              <a:t>Digital tillgänglighet (vgregion.se) </a:t>
            </a:r>
            <a:endParaRPr lang="sv-SE" sz="1000" dirty="0"/>
          </a:p>
          <a:p>
            <a:pPr marL="0" indent="0">
              <a:buNone/>
            </a:pPr>
            <a:endParaRPr lang="sv-SE" sz="1000" dirty="0"/>
          </a:p>
          <a:p>
            <a:pPr marL="0" indent="0">
              <a:buNone/>
            </a:pPr>
            <a:r>
              <a:rPr lang="sv-SE" sz="1000" dirty="0"/>
              <a:t>I </a:t>
            </a:r>
            <a:r>
              <a:rPr lang="sv-SE" sz="1000" dirty="0" err="1"/>
              <a:t>VGR:s</a:t>
            </a:r>
            <a:r>
              <a:rPr lang="sv-SE" sz="1000" dirty="0"/>
              <a:t> varumärkesmanual finns mer information om logotyper, färger, bilder osv:</a:t>
            </a:r>
          </a:p>
          <a:p>
            <a:pPr marL="0" indent="0">
              <a:buNone/>
            </a:pPr>
            <a:r>
              <a:rPr lang="sv-SE" sz="1000" dirty="0" err="1">
                <a:hlinkClick r:id="rId5"/>
              </a:rPr>
              <a:t>VGR:s</a:t>
            </a:r>
            <a:r>
              <a:rPr lang="sv-SE" sz="1000" dirty="0">
                <a:hlinkClick r:id="rId5"/>
              </a:rPr>
              <a:t> varumärkesmanual (vgregion.se)</a:t>
            </a:r>
            <a:endParaRPr lang="sv-SE" sz="1000" dirty="0"/>
          </a:p>
          <a:p>
            <a:pPr marL="0" indent="0">
              <a:buNone/>
            </a:pPr>
            <a:endParaRPr lang="sv-SE" sz="1000" dirty="0"/>
          </a:p>
          <a:p>
            <a:r>
              <a:rPr lang="sv-SE" sz="1000" dirty="0"/>
              <a:t>För mer information om Sahlgrenska Universitetssjukhusets mallar: </a:t>
            </a:r>
            <a:r>
              <a:rPr lang="sv-SE" sz="1000" dirty="0">
                <a:hlinkClick r:id="rId6"/>
              </a:rPr>
              <a:t>Mallar - Sahlgrenska Universitetssjukhuset</a:t>
            </a:r>
            <a:endParaRPr lang="sv-SE" sz="1000" dirty="0"/>
          </a:p>
        </p:txBody>
      </p:sp>
      <p:sp>
        <p:nvSpPr>
          <p:cNvPr id="4" name="Title 3">
            <a:extLst>
              <a:ext uri="{FF2B5EF4-FFF2-40B4-BE49-F238E27FC236}">
                <a16:creationId xmlns:a16="http://schemas.microsoft.com/office/drawing/2014/main" id="{5BAEED56-0BEE-9B78-6DEC-6652B2BC385B}"/>
              </a:ext>
            </a:extLst>
          </p:cNvPr>
          <p:cNvSpPr>
            <a:spLocks noGrp="1"/>
          </p:cNvSpPr>
          <p:nvPr>
            <p:ph type="title"/>
          </p:nvPr>
        </p:nvSpPr>
        <p:spPr>
          <a:xfrm>
            <a:off x="359473" y="321764"/>
            <a:ext cx="9666187" cy="343812"/>
          </a:xfrm>
        </p:spPr>
        <p:txBody>
          <a:bodyPr/>
          <a:lstStyle/>
          <a:p>
            <a:r>
              <a:rPr lang="sv-SE" dirty="0"/>
              <a:t>Instruktionssida</a:t>
            </a:r>
            <a:endParaRPr lang="en-GB" dirty="0"/>
          </a:p>
        </p:txBody>
      </p:sp>
      <p:grpSp>
        <p:nvGrpSpPr>
          <p:cNvPr id="16" name="Grupp 15">
            <a:extLst>
              <a:ext uri="{FF2B5EF4-FFF2-40B4-BE49-F238E27FC236}">
                <a16:creationId xmlns:a16="http://schemas.microsoft.com/office/drawing/2014/main" id="{A6B7077E-8420-09E0-407B-BDEC454D6717}"/>
              </a:ext>
            </a:extLst>
          </p:cNvPr>
          <p:cNvGrpSpPr/>
          <p:nvPr/>
        </p:nvGrpSpPr>
        <p:grpSpPr>
          <a:xfrm>
            <a:off x="6626341" y="1044205"/>
            <a:ext cx="4949065" cy="3748737"/>
            <a:chOff x="6096000" y="617523"/>
            <a:chExt cx="4949065" cy="3748737"/>
          </a:xfrm>
        </p:grpSpPr>
        <p:grpSp>
          <p:nvGrpSpPr>
            <p:cNvPr id="17" name="Grupp 16">
              <a:extLst>
                <a:ext uri="{FF2B5EF4-FFF2-40B4-BE49-F238E27FC236}">
                  <a16:creationId xmlns:a16="http://schemas.microsoft.com/office/drawing/2014/main" id="{4531A677-11EB-19E1-6882-F6168E3E4E91}"/>
                </a:ext>
              </a:extLst>
            </p:cNvPr>
            <p:cNvGrpSpPr/>
            <p:nvPr/>
          </p:nvGrpSpPr>
          <p:grpSpPr>
            <a:xfrm>
              <a:off x="6138450" y="1571790"/>
              <a:ext cx="2134785" cy="2385672"/>
              <a:chOff x="6324460" y="1842231"/>
              <a:chExt cx="2134785" cy="2385672"/>
            </a:xfrm>
          </p:grpSpPr>
          <p:pic>
            <p:nvPicPr>
              <p:cNvPr id="22" name="Bildobjekt 7" descr="Skärmklipp från menyfliksområdet.">
                <a:extLst>
                  <a:ext uri="{FF2B5EF4-FFF2-40B4-BE49-F238E27FC236}">
                    <a16:creationId xmlns:a16="http://schemas.microsoft.com/office/drawing/2014/main" id="{B45EF075-4148-A7B0-A8AE-5655BBFA9711}"/>
                  </a:ext>
                </a:extLst>
              </p:cNvPr>
              <p:cNvPicPr>
                <a:picLocks noChangeAspect="1"/>
              </p:cNvPicPr>
              <p:nvPr/>
            </p:nvPicPr>
            <p:blipFill rotWithShape="1">
              <a:blip r:embed="rId7"/>
              <a:srcRect r="3458" b="-3285"/>
              <a:stretch/>
            </p:blipFill>
            <p:spPr>
              <a:xfrm>
                <a:off x="6324460" y="2618277"/>
                <a:ext cx="1250865" cy="647525"/>
              </a:xfrm>
              <a:prstGeom prst="rect">
                <a:avLst/>
              </a:prstGeom>
              <a:ln>
                <a:solidFill>
                  <a:schemeClr val="tx1">
                    <a:lumMod val="50000"/>
                    <a:lumOff val="50000"/>
                  </a:schemeClr>
                </a:solidFill>
              </a:ln>
            </p:spPr>
          </p:pic>
          <p:grpSp>
            <p:nvGrpSpPr>
              <p:cNvPr id="23" name="Grupp 22">
                <a:extLst>
                  <a:ext uri="{FF2B5EF4-FFF2-40B4-BE49-F238E27FC236}">
                    <a16:creationId xmlns:a16="http://schemas.microsoft.com/office/drawing/2014/main" id="{3B2F1109-EF55-0F00-FD15-B605104F615C}"/>
                  </a:ext>
                </a:extLst>
              </p:cNvPr>
              <p:cNvGrpSpPr/>
              <p:nvPr/>
            </p:nvGrpSpPr>
            <p:grpSpPr>
              <a:xfrm>
                <a:off x="6440353" y="1842231"/>
                <a:ext cx="2018892" cy="2385672"/>
                <a:chOff x="6440353" y="1842231"/>
                <a:chExt cx="2018892" cy="2385672"/>
              </a:xfrm>
            </p:grpSpPr>
            <p:sp>
              <p:nvSpPr>
                <p:cNvPr id="24" name="Oval 14">
                  <a:extLst>
                    <a:ext uri="{FF2B5EF4-FFF2-40B4-BE49-F238E27FC236}">
                      <a16:creationId xmlns:a16="http://schemas.microsoft.com/office/drawing/2014/main" id="{2D5EAFD7-7CA3-22BC-C1F6-BD190C062F2D}"/>
                    </a:ext>
                  </a:extLst>
                </p:cNvPr>
                <p:cNvSpPr/>
                <p:nvPr/>
              </p:nvSpPr>
              <p:spPr>
                <a:xfrm>
                  <a:off x="7634575" y="1842231"/>
                  <a:ext cx="824670" cy="824670"/>
                </a:xfrm>
                <a:prstGeom prst="ellipse">
                  <a:avLst/>
                </a:prstGeom>
                <a:solidFill>
                  <a:srgbClr val="CCDB4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sv-SE" sz="800" dirty="0">
                      <a:solidFill>
                        <a:schemeClr val="tx1"/>
                      </a:solidFill>
                    </a:rPr>
                    <a:t>När du vill byta design på en layout</a:t>
                  </a:r>
                </a:p>
              </p:txBody>
            </p:sp>
            <p:sp>
              <p:nvSpPr>
                <p:cNvPr id="25" name="Oval 14">
                  <a:extLst>
                    <a:ext uri="{FF2B5EF4-FFF2-40B4-BE49-F238E27FC236}">
                      <a16:creationId xmlns:a16="http://schemas.microsoft.com/office/drawing/2014/main" id="{2C088FBC-348D-DF58-BB45-F61DC5EE0DC1}"/>
                    </a:ext>
                  </a:extLst>
                </p:cNvPr>
                <p:cNvSpPr/>
                <p:nvPr/>
              </p:nvSpPr>
              <p:spPr>
                <a:xfrm>
                  <a:off x="6620900" y="3403233"/>
                  <a:ext cx="824670" cy="824670"/>
                </a:xfrm>
                <a:prstGeom prst="ellipse">
                  <a:avLst/>
                </a:prstGeom>
                <a:solidFill>
                  <a:srgbClr val="CCDB4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sv-SE" sz="800">
                      <a:solidFill>
                        <a:schemeClr val="tx1"/>
                      </a:solidFill>
                    </a:rPr>
                    <a:t>Visar samtliga layoutsidor</a:t>
                  </a:r>
                </a:p>
              </p:txBody>
            </p:sp>
            <p:sp>
              <p:nvSpPr>
                <p:cNvPr id="26" name="Arc 22">
                  <a:extLst>
                    <a:ext uri="{FF2B5EF4-FFF2-40B4-BE49-F238E27FC236}">
                      <a16:creationId xmlns:a16="http://schemas.microsoft.com/office/drawing/2014/main" id="{1D07908C-ACA1-CB4F-A4FC-6AB878AA1452}"/>
                    </a:ext>
                    <a:ext uri="{C183D7F6-B498-43B3-948B-1728B52AA6E4}">
                      <adec:decorative xmlns:adec="http://schemas.microsoft.com/office/drawing/2017/decorative" val="1"/>
                    </a:ext>
                  </a:extLst>
                </p:cNvPr>
                <p:cNvSpPr/>
                <p:nvPr/>
              </p:nvSpPr>
              <p:spPr>
                <a:xfrm>
                  <a:off x="7272757" y="2096997"/>
                  <a:ext cx="601430" cy="627991"/>
                </a:xfrm>
                <a:prstGeom prst="arc">
                  <a:avLst>
                    <a:gd name="adj1" fmla="val 2110145"/>
                    <a:gd name="adj2" fmla="val 6042217"/>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Arc 13">
                  <a:extLst>
                    <a:ext uri="{FF2B5EF4-FFF2-40B4-BE49-F238E27FC236}">
                      <a16:creationId xmlns:a16="http://schemas.microsoft.com/office/drawing/2014/main" id="{2A3B2986-0A65-7216-3CE3-DE9A65D38187}"/>
                    </a:ext>
                    <a:ext uri="{C183D7F6-B498-43B3-948B-1728B52AA6E4}">
                      <adec:decorative xmlns:adec="http://schemas.microsoft.com/office/drawing/2017/decorative" val="1"/>
                    </a:ext>
                  </a:extLst>
                </p:cNvPr>
                <p:cNvSpPr/>
                <p:nvPr/>
              </p:nvSpPr>
              <p:spPr>
                <a:xfrm>
                  <a:off x="6440353" y="2936649"/>
                  <a:ext cx="587917" cy="824670"/>
                </a:xfrm>
                <a:prstGeom prst="arc">
                  <a:avLst>
                    <a:gd name="adj1" fmla="val 6874683"/>
                    <a:gd name="adj2" fmla="val 11021729"/>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8" name="Grupp 17">
              <a:extLst>
                <a:ext uri="{FF2B5EF4-FFF2-40B4-BE49-F238E27FC236}">
                  <a16:creationId xmlns:a16="http://schemas.microsoft.com/office/drawing/2014/main" id="{ADE84749-24E4-32D4-8529-A39F5ADF41CF}"/>
                </a:ext>
              </a:extLst>
            </p:cNvPr>
            <p:cNvGrpSpPr/>
            <p:nvPr/>
          </p:nvGrpSpPr>
          <p:grpSpPr>
            <a:xfrm>
              <a:off x="6096000" y="617523"/>
              <a:ext cx="4949065" cy="3748737"/>
              <a:chOff x="6096000" y="617523"/>
              <a:chExt cx="4949065" cy="3748737"/>
            </a:xfrm>
          </p:grpSpPr>
          <p:sp>
            <p:nvSpPr>
              <p:cNvPr id="19" name="Platshållare för innehåll 6">
                <a:extLst>
                  <a:ext uri="{FF2B5EF4-FFF2-40B4-BE49-F238E27FC236}">
                    <a16:creationId xmlns:a16="http://schemas.microsoft.com/office/drawing/2014/main" id="{EE84F011-3FF2-6586-FF19-80D1384C29A5}"/>
                  </a:ext>
                </a:extLst>
              </p:cNvPr>
              <p:cNvSpPr txBox="1">
                <a:spLocks/>
              </p:cNvSpPr>
              <p:nvPr/>
            </p:nvSpPr>
            <p:spPr>
              <a:xfrm>
                <a:off x="6096000" y="617523"/>
                <a:ext cx="2005653" cy="253642"/>
              </a:xfrm>
              <a:prstGeom prst="rect">
                <a:avLst/>
              </a:prstGeom>
            </p:spPr>
            <p:txBody>
              <a:bodyPr vert="horz" lIns="0" tIns="0" rIns="0" bIns="0" rtlCol="0">
                <a:noAutofit/>
              </a:bodyPr>
              <a:lstStyle>
                <a:lvl1pPr marL="269875" indent="-269875" algn="l" defTabSz="914400" rtl="0" eaLnBrk="1" latinLnBrk="0" hangingPunct="1">
                  <a:lnSpc>
                    <a:spcPct val="130000"/>
                  </a:lnSpc>
                  <a:spcBef>
                    <a:spcPts val="1000"/>
                  </a:spcBef>
                  <a:buFont typeface="Verdana" panose="020B0604030504040204" pitchFamily="34" charset="0"/>
                  <a:buChar char="•"/>
                  <a:defRPr sz="2400" kern="1200">
                    <a:solidFill>
                      <a:schemeClr val="tx1"/>
                    </a:solidFill>
                    <a:latin typeface="+mn-lt"/>
                    <a:ea typeface="+mn-ea"/>
                    <a:cs typeface="+mn-cs"/>
                  </a:defRPr>
                </a:lvl1pPr>
                <a:lvl2pPr marL="533400" indent="-266700" algn="l" defTabSz="914400" rtl="0" eaLnBrk="1" latinLnBrk="0" hangingPunct="1">
                  <a:lnSpc>
                    <a:spcPct val="130000"/>
                  </a:lnSpc>
                  <a:spcBef>
                    <a:spcPts val="500"/>
                  </a:spcBef>
                  <a:buFont typeface="Verdana" panose="020B0604030504040204" pitchFamily="34" charset="0"/>
                  <a:buChar char="–"/>
                  <a:defRPr sz="2000" kern="1200">
                    <a:solidFill>
                      <a:schemeClr val="tx1"/>
                    </a:solidFill>
                    <a:latin typeface="+mn-lt"/>
                    <a:ea typeface="+mn-ea"/>
                    <a:cs typeface="+mn-cs"/>
                  </a:defRPr>
                </a:lvl2pPr>
                <a:lvl3pPr marL="812800" indent="-279400" algn="l" defTabSz="914400" rtl="0" eaLnBrk="1" latinLnBrk="0" hangingPunct="1">
                  <a:lnSpc>
                    <a:spcPct val="130000"/>
                  </a:lnSpc>
                  <a:spcBef>
                    <a:spcPts val="500"/>
                  </a:spcBef>
                  <a:buFont typeface="Verdana" panose="020B0604030504040204" pitchFamily="34" charset="0"/>
                  <a:buChar char="–"/>
                  <a:defRPr sz="1800" kern="1200">
                    <a:solidFill>
                      <a:schemeClr val="tx1"/>
                    </a:solidFill>
                    <a:latin typeface="+mn-lt"/>
                    <a:ea typeface="+mn-ea"/>
                    <a:cs typeface="+mn-cs"/>
                  </a:defRPr>
                </a:lvl3pPr>
                <a:lvl4pPr marL="1079500" indent="-266700" algn="l" defTabSz="914400" rtl="0" eaLnBrk="1" latinLnBrk="0" hangingPunct="1">
                  <a:lnSpc>
                    <a:spcPct val="130000"/>
                  </a:lnSpc>
                  <a:spcBef>
                    <a:spcPts val="500"/>
                  </a:spcBef>
                  <a:buFont typeface="Verdana" panose="020B0604030504040204" pitchFamily="34" charset="0"/>
                  <a:buChar char="–"/>
                  <a:tabLst>
                    <a:tab pos="812800" algn="l"/>
                  </a:tabLst>
                  <a:defRPr sz="1600" kern="1200">
                    <a:solidFill>
                      <a:schemeClr val="tx1"/>
                    </a:solidFill>
                    <a:latin typeface="+mn-lt"/>
                    <a:ea typeface="+mn-ea"/>
                    <a:cs typeface="+mn-cs"/>
                  </a:defRPr>
                </a:lvl4pPr>
                <a:lvl5pPr marL="1346200" indent="-266700" algn="l" defTabSz="914400" rtl="0" eaLnBrk="1" latinLnBrk="0" hangingPunct="1">
                  <a:lnSpc>
                    <a:spcPct val="130000"/>
                  </a:lnSpc>
                  <a:spcBef>
                    <a:spcPts val="500"/>
                  </a:spcBef>
                  <a:buFont typeface="Verdana" panose="020B060403050404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Font typeface="Verdana" panose="020B0604030504040204" pitchFamily="34" charset="0"/>
                  <a:buNone/>
                </a:pPr>
                <a:r>
                  <a:rPr lang="sv-SE" sz="1500" dirty="0">
                    <a:latin typeface="+mj-lt"/>
                  </a:rPr>
                  <a:t>Layout och Ny bild</a:t>
                </a:r>
              </a:p>
            </p:txBody>
          </p:sp>
          <p:sp>
            <p:nvSpPr>
              <p:cNvPr id="20" name="Platshållare för innehåll 2">
                <a:extLst>
                  <a:ext uri="{FF2B5EF4-FFF2-40B4-BE49-F238E27FC236}">
                    <a16:creationId xmlns:a16="http://schemas.microsoft.com/office/drawing/2014/main" id="{745727B1-E898-460B-2722-7D4997C529EE}"/>
                  </a:ext>
                </a:extLst>
              </p:cNvPr>
              <p:cNvSpPr txBox="1">
                <a:spLocks/>
              </p:cNvSpPr>
              <p:nvPr/>
            </p:nvSpPr>
            <p:spPr>
              <a:xfrm>
                <a:off x="6110538" y="1054734"/>
                <a:ext cx="4934527" cy="3311526"/>
              </a:xfrm>
              <a:prstGeom prst="rect">
                <a:avLst/>
              </a:prstGeom>
            </p:spPr>
            <p:txBody>
              <a:bodyPr vert="horz" lIns="0" tIns="0" rIns="0" bIns="0" rtlCol="0">
                <a:noAutofit/>
              </a:bodyPr>
              <a:lstStyle>
                <a:lvl1pPr marL="269875" indent="-269875" algn="l" defTabSz="914400" rtl="0" eaLnBrk="1" latinLnBrk="0" hangingPunct="1">
                  <a:lnSpc>
                    <a:spcPct val="130000"/>
                  </a:lnSpc>
                  <a:spcBef>
                    <a:spcPts val="1000"/>
                  </a:spcBef>
                  <a:buFont typeface="Verdana" panose="020B0604030504040204" pitchFamily="34" charset="0"/>
                  <a:buChar char="•"/>
                  <a:defRPr sz="2400" kern="1200">
                    <a:solidFill>
                      <a:schemeClr val="tx1"/>
                    </a:solidFill>
                    <a:latin typeface="+mn-lt"/>
                    <a:ea typeface="+mn-ea"/>
                    <a:cs typeface="+mn-cs"/>
                  </a:defRPr>
                </a:lvl1pPr>
                <a:lvl2pPr marL="533400" indent="-266700" algn="l" defTabSz="914400" rtl="0" eaLnBrk="1" latinLnBrk="0" hangingPunct="1">
                  <a:lnSpc>
                    <a:spcPct val="130000"/>
                  </a:lnSpc>
                  <a:spcBef>
                    <a:spcPts val="500"/>
                  </a:spcBef>
                  <a:buFont typeface="Verdana" panose="020B0604030504040204" pitchFamily="34" charset="0"/>
                  <a:buChar char="–"/>
                  <a:defRPr sz="2000" kern="1200">
                    <a:solidFill>
                      <a:schemeClr val="tx1"/>
                    </a:solidFill>
                    <a:latin typeface="+mn-lt"/>
                    <a:ea typeface="+mn-ea"/>
                    <a:cs typeface="+mn-cs"/>
                  </a:defRPr>
                </a:lvl2pPr>
                <a:lvl3pPr marL="812800" indent="-279400" algn="l" defTabSz="914400" rtl="0" eaLnBrk="1" latinLnBrk="0" hangingPunct="1">
                  <a:lnSpc>
                    <a:spcPct val="130000"/>
                  </a:lnSpc>
                  <a:spcBef>
                    <a:spcPts val="500"/>
                  </a:spcBef>
                  <a:buFont typeface="Verdana" panose="020B0604030504040204" pitchFamily="34" charset="0"/>
                  <a:buChar char="–"/>
                  <a:defRPr sz="1800" kern="1200">
                    <a:solidFill>
                      <a:schemeClr val="tx1"/>
                    </a:solidFill>
                    <a:latin typeface="+mn-lt"/>
                    <a:ea typeface="+mn-ea"/>
                    <a:cs typeface="+mn-cs"/>
                  </a:defRPr>
                </a:lvl3pPr>
                <a:lvl4pPr marL="1079500" indent="-266700" algn="l" defTabSz="914400" rtl="0" eaLnBrk="1" latinLnBrk="0" hangingPunct="1">
                  <a:lnSpc>
                    <a:spcPct val="130000"/>
                  </a:lnSpc>
                  <a:spcBef>
                    <a:spcPts val="500"/>
                  </a:spcBef>
                  <a:buFont typeface="Verdana" panose="020B0604030504040204" pitchFamily="34" charset="0"/>
                  <a:buChar char="–"/>
                  <a:tabLst>
                    <a:tab pos="812800" algn="l"/>
                  </a:tabLst>
                  <a:defRPr sz="1600" kern="1200">
                    <a:solidFill>
                      <a:schemeClr val="tx1"/>
                    </a:solidFill>
                    <a:latin typeface="+mn-lt"/>
                    <a:ea typeface="+mn-ea"/>
                    <a:cs typeface="+mn-cs"/>
                  </a:defRPr>
                </a:lvl4pPr>
                <a:lvl5pPr marL="1346200" indent="-266700" algn="l" defTabSz="914400" rtl="0" eaLnBrk="1" latinLnBrk="0" hangingPunct="1">
                  <a:lnSpc>
                    <a:spcPct val="130000"/>
                  </a:lnSpc>
                  <a:spcBef>
                    <a:spcPts val="500"/>
                  </a:spcBef>
                  <a:buFont typeface="Verdana" panose="020B060403050404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Font typeface="Verdana" panose="020B0604030504040204" pitchFamily="34" charset="0"/>
                  <a:buNone/>
                </a:pPr>
                <a:r>
                  <a:rPr lang="sv-SE" sz="1000" dirty="0"/>
                  <a:t>Layout kallas de olika designer på sidor som du kan hitta i din mall. Du hittar dem under knappen </a:t>
                </a:r>
                <a:r>
                  <a:rPr lang="sv-SE" sz="1000" b="1" dirty="0"/>
                  <a:t>Layout</a:t>
                </a:r>
                <a:r>
                  <a:rPr lang="sv-SE" sz="1000" dirty="0"/>
                  <a:t> och </a:t>
                </a:r>
                <a:r>
                  <a:rPr lang="sv-SE" sz="1000" b="1" dirty="0"/>
                  <a:t>Ny bild </a:t>
                </a:r>
                <a:r>
                  <a:rPr lang="sv-SE" sz="1000" dirty="0"/>
                  <a:t>i menyn. </a:t>
                </a:r>
              </a:p>
              <a:p>
                <a:pPr marL="0" indent="0">
                  <a:buFont typeface="Verdana" panose="020B0604030504040204" pitchFamily="34" charset="0"/>
                  <a:buNone/>
                </a:pPr>
                <a:endParaRPr lang="sv-SE" sz="1000" dirty="0"/>
              </a:p>
              <a:p>
                <a:pPr marL="0" indent="0">
                  <a:buFont typeface="Verdana" panose="020B0604030504040204" pitchFamily="34" charset="0"/>
                  <a:buNone/>
                </a:pPr>
                <a:endParaRPr lang="sv-SE" sz="1000" dirty="0"/>
              </a:p>
              <a:p>
                <a:pPr marL="0" indent="0">
                  <a:buFont typeface="Verdana" panose="020B0604030504040204" pitchFamily="34" charset="0"/>
                  <a:buNone/>
                </a:pPr>
                <a:endParaRPr lang="sv-SE" sz="1000" dirty="0"/>
              </a:p>
            </p:txBody>
          </p:sp>
        </p:grpSp>
      </p:grpSp>
      <p:cxnSp>
        <p:nvCxnSpPr>
          <p:cNvPr id="29" name="Rak koppling 28">
            <a:extLst>
              <a:ext uri="{FF2B5EF4-FFF2-40B4-BE49-F238E27FC236}">
                <a16:creationId xmlns:a16="http://schemas.microsoft.com/office/drawing/2014/main" id="{9EB09E2E-71C8-0199-5E37-73172538F4EC}"/>
              </a:ext>
            </a:extLst>
          </p:cNvPr>
          <p:cNvCxnSpPr/>
          <p:nvPr/>
        </p:nvCxnSpPr>
        <p:spPr>
          <a:xfrm>
            <a:off x="5963138" y="780515"/>
            <a:ext cx="0" cy="54000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Bildobjekt 2">
            <a:extLst>
              <a:ext uri="{FF2B5EF4-FFF2-40B4-BE49-F238E27FC236}">
                <a16:creationId xmlns:a16="http://schemas.microsoft.com/office/drawing/2014/main" id="{54C72CB4-EC63-13BC-88C9-ECBF7D950016}"/>
              </a:ext>
            </a:extLst>
          </p:cNvPr>
          <p:cNvPicPr>
            <a:picLocks noChangeAspect="1"/>
          </p:cNvPicPr>
          <p:nvPr/>
        </p:nvPicPr>
        <p:blipFill>
          <a:blip r:embed="rId8"/>
          <a:stretch>
            <a:fillRect/>
          </a:stretch>
        </p:blipFill>
        <p:spPr>
          <a:xfrm>
            <a:off x="8930361" y="1998472"/>
            <a:ext cx="2689440" cy="3080522"/>
          </a:xfrm>
          <a:prstGeom prst="rect">
            <a:avLst/>
          </a:prstGeom>
        </p:spPr>
      </p:pic>
    </p:spTree>
    <p:extLst>
      <p:ext uri="{BB962C8B-B14F-4D97-AF65-F5344CB8AC3E}">
        <p14:creationId xmlns:p14="http://schemas.microsoft.com/office/powerpoint/2010/main" val="4024165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grpSp>
        <p:nvGrpSpPr>
          <p:cNvPr id="37" name="Grupp 36">
            <a:extLst>
              <a:ext uri="{FF2B5EF4-FFF2-40B4-BE49-F238E27FC236}">
                <a16:creationId xmlns:a16="http://schemas.microsoft.com/office/drawing/2014/main" id="{6BE160C2-7018-457E-FDE4-8430E7899842}"/>
              </a:ext>
            </a:extLst>
          </p:cNvPr>
          <p:cNvGrpSpPr/>
          <p:nvPr/>
        </p:nvGrpSpPr>
        <p:grpSpPr>
          <a:xfrm>
            <a:off x="371475" y="943976"/>
            <a:ext cx="4664585" cy="3205278"/>
            <a:chOff x="371475" y="805556"/>
            <a:chExt cx="4664585" cy="3205278"/>
          </a:xfrm>
        </p:grpSpPr>
        <p:grpSp>
          <p:nvGrpSpPr>
            <p:cNvPr id="19" name="Grupp 18">
              <a:extLst>
                <a:ext uri="{FF2B5EF4-FFF2-40B4-BE49-F238E27FC236}">
                  <a16:creationId xmlns:a16="http://schemas.microsoft.com/office/drawing/2014/main" id="{8FC3E2A7-35D4-1457-9F99-D6865CE1D37B}"/>
                </a:ext>
              </a:extLst>
            </p:cNvPr>
            <p:cNvGrpSpPr/>
            <p:nvPr/>
          </p:nvGrpSpPr>
          <p:grpSpPr>
            <a:xfrm>
              <a:off x="470559" y="1238124"/>
              <a:ext cx="4565501" cy="2772710"/>
              <a:chOff x="1010028" y="2414515"/>
              <a:chExt cx="4565501" cy="2772710"/>
            </a:xfrm>
          </p:grpSpPr>
          <p:pic>
            <p:nvPicPr>
              <p:cNvPr id="26" name="Bildobjekt 26" descr="Skärmklipp på Temafärgerna i mallen">
                <a:extLst>
                  <a:ext uri="{FF2B5EF4-FFF2-40B4-BE49-F238E27FC236}">
                    <a16:creationId xmlns:a16="http://schemas.microsoft.com/office/drawing/2014/main" id="{DE9335D9-0DAB-A250-09AE-3D888B8FBA55}"/>
                  </a:ext>
                </a:extLst>
              </p:cNvPr>
              <p:cNvPicPr>
                <a:picLocks noChangeAspect="1"/>
              </p:cNvPicPr>
              <p:nvPr/>
            </p:nvPicPr>
            <p:blipFill rotWithShape="1">
              <a:blip r:embed="rId2">
                <a:extLst>
                  <a:ext uri="{28A0092B-C50C-407E-A947-70E740481C1C}">
                    <a14:useLocalDpi xmlns:a14="http://schemas.microsoft.com/office/drawing/2010/main" val="0"/>
                  </a:ext>
                </a:extLst>
              </a:blip>
              <a:srcRect t="1061" b="96"/>
              <a:stretch/>
            </p:blipFill>
            <p:spPr>
              <a:xfrm>
                <a:off x="1952424" y="2557017"/>
                <a:ext cx="1321649" cy="2261271"/>
              </a:xfrm>
              <a:prstGeom prst="rect">
                <a:avLst/>
              </a:prstGeom>
              <a:ln>
                <a:solidFill>
                  <a:schemeClr val="tx1">
                    <a:lumMod val="50000"/>
                    <a:lumOff val="50000"/>
                  </a:schemeClr>
                </a:solidFill>
              </a:ln>
            </p:spPr>
          </p:pic>
          <p:sp>
            <p:nvSpPr>
              <p:cNvPr id="27" name="Oval 14">
                <a:extLst>
                  <a:ext uri="{FF2B5EF4-FFF2-40B4-BE49-F238E27FC236}">
                    <a16:creationId xmlns:a16="http://schemas.microsoft.com/office/drawing/2014/main" id="{F7E2B750-613F-928B-F594-E28CAAD0767B}"/>
                  </a:ext>
                </a:extLst>
              </p:cNvPr>
              <p:cNvSpPr/>
              <p:nvPr/>
            </p:nvSpPr>
            <p:spPr>
              <a:xfrm>
                <a:off x="3621769" y="2414515"/>
                <a:ext cx="1014485" cy="1014485"/>
              </a:xfrm>
              <a:prstGeom prst="ellipse">
                <a:avLst/>
              </a:prstGeom>
              <a:solidFill>
                <a:srgbClr val="CCDB4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sv-SE" sz="800">
                    <a:solidFill>
                      <a:schemeClr val="tx1"/>
                    </a:solidFill>
                  </a:rPr>
                  <a:t>De sex rutorna till höger är anpassade till diagram. </a:t>
                </a:r>
              </a:p>
            </p:txBody>
          </p:sp>
          <p:sp>
            <p:nvSpPr>
              <p:cNvPr id="28" name="Arc 23">
                <a:extLst>
                  <a:ext uri="{FF2B5EF4-FFF2-40B4-BE49-F238E27FC236}">
                    <a16:creationId xmlns:a16="http://schemas.microsoft.com/office/drawing/2014/main" id="{805A2BA2-A722-4471-20B1-68D70A3A4CDC}"/>
                  </a:ext>
                </a:extLst>
              </p:cNvPr>
              <p:cNvSpPr/>
              <p:nvPr/>
            </p:nvSpPr>
            <p:spPr>
              <a:xfrm>
                <a:off x="3210683" y="2664934"/>
                <a:ext cx="601430" cy="597437"/>
              </a:xfrm>
              <a:prstGeom prst="arc">
                <a:avLst>
                  <a:gd name="adj1" fmla="val 13660966"/>
                  <a:gd name="adj2" fmla="val 17425936"/>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Oval 14">
                <a:extLst>
                  <a:ext uri="{FF2B5EF4-FFF2-40B4-BE49-F238E27FC236}">
                    <a16:creationId xmlns:a16="http://schemas.microsoft.com/office/drawing/2014/main" id="{D288B9C2-97C4-D327-3AC0-80DC87519C1C}"/>
                  </a:ext>
                </a:extLst>
              </p:cNvPr>
              <p:cNvSpPr/>
              <p:nvPr/>
            </p:nvSpPr>
            <p:spPr>
              <a:xfrm>
                <a:off x="1010028" y="3051289"/>
                <a:ext cx="870960" cy="826179"/>
              </a:xfrm>
              <a:prstGeom prst="ellipse">
                <a:avLst/>
              </a:prstGeom>
              <a:solidFill>
                <a:srgbClr val="CCDB4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sv-SE" sz="800">
                    <a:solidFill>
                      <a:schemeClr val="tx1"/>
                    </a:solidFill>
                  </a:rPr>
                  <a:t>De fyra första är färger för text och bakgrund</a:t>
                </a:r>
              </a:p>
            </p:txBody>
          </p:sp>
          <p:sp>
            <p:nvSpPr>
              <p:cNvPr id="30" name="Arc 13">
                <a:extLst>
                  <a:ext uri="{FF2B5EF4-FFF2-40B4-BE49-F238E27FC236}">
                    <a16:creationId xmlns:a16="http://schemas.microsoft.com/office/drawing/2014/main" id="{1FF14547-0D0C-06B9-FCB9-E10CC9CEB8E4}"/>
                  </a:ext>
                </a:extLst>
              </p:cNvPr>
              <p:cNvSpPr/>
              <p:nvPr/>
            </p:nvSpPr>
            <p:spPr>
              <a:xfrm>
                <a:off x="1654912" y="2797942"/>
                <a:ext cx="587917" cy="464131"/>
              </a:xfrm>
              <a:prstGeom prst="arc">
                <a:avLst>
                  <a:gd name="adj1" fmla="val 10650856"/>
                  <a:gd name="adj2" fmla="val 15544338"/>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Oval 14">
                <a:extLst>
                  <a:ext uri="{FF2B5EF4-FFF2-40B4-BE49-F238E27FC236}">
                    <a16:creationId xmlns:a16="http://schemas.microsoft.com/office/drawing/2014/main" id="{799786F3-AB43-B252-7BA9-A0AD2EA530DA}"/>
                  </a:ext>
                </a:extLst>
              </p:cNvPr>
              <p:cNvSpPr/>
              <p:nvPr/>
            </p:nvSpPr>
            <p:spPr>
              <a:xfrm>
                <a:off x="3606092" y="4067219"/>
                <a:ext cx="1160974" cy="1120006"/>
              </a:xfrm>
              <a:prstGeom prst="ellipse">
                <a:avLst/>
              </a:prstGeom>
              <a:solidFill>
                <a:srgbClr val="CCDB4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sv-SE" sz="800" b="1">
                    <a:solidFill>
                      <a:schemeClr val="tx1"/>
                    </a:solidFill>
                  </a:rPr>
                  <a:t>Undvik att använda  </a:t>
                </a:r>
                <a:r>
                  <a:rPr lang="sv-SE" sz="800">
                    <a:solidFill>
                      <a:schemeClr val="tx1"/>
                    </a:solidFill>
                  </a:rPr>
                  <a:t>Standardfärger. </a:t>
                </a:r>
                <a:endParaRPr lang="sv-SE" sz="800" b="1">
                  <a:solidFill>
                    <a:schemeClr val="tx1"/>
                  </a:solidFill>
                </a:endParaRPr>
              </a:p>
            </p:txBody>
          </p:sp>
          <p:sp>
            <p:nvSpPr>
              <p:cNvPr id="32" name="Arc 23">
                <a:extLst>
                  <a:ext uri="{FF2B5EF4-FFF2-40B4-BE49-F238E27FC236}">
                    <a16:creationId xmlns:a16="http://schemas.microsoft.com/office/drawing/2014/main" id="{E454B482-4A18-6C3A-AA41-307DFD6E9A54}"/>
                  </a:ext>
                </a:extLst>
              </p:cNvPr>
              <p:cNvSpPr/>
              <p:nvPr/>
            </p:nvSpPr>
            <p:spPr>
              <a:xfrm>
                <a:off x="3095775" y="4266597"/>
                <a:ext cx="601430" cy="597437"/>
              </a:xfrm>
              <a:prstGeom prst="arc">
                <a:avLst>
                  <a:gd name="adj1" fmla="val 13660966"/>
                  <a:gd name="adj2" fmla="val 21099845"/>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3" name="Rak koppling 31">
                <a:extLst>
                  <a:ext uri="{FF2B5EF4-FFF2-40B4-BE49-F238E27FC236}">
                    <a16:creationId xmlns:a16="http://schemas.microsoft.com/office/drawing/2014/main" id="{B55AA2AF-A979-A6C1-19EE-A6556405CB55}"/>
                  </a:ext>
                </a:extLst>
              </p:cNvPr>
              <p:cNvCxnSpPr/>
              <p:nvPr/>
            </p:nvCxnSpPr>
            <p:spPr>
              <a:xfrm>
                <a:off x="1880988" y="2956780"/>
                <a:ext cx="1502115" cy="556471"/>
              </a:xfrm>
              <a:prstGeom prst="line">
                <a:avLst/>
              </a:prstGeom>
              <a:ln w="38100">
                <a:solidFill>
                  <a:srgbClr val="FD5930"/>
                </a:solidFill>
              </a:ln>
            </p:spPr>
            <p:style>
              <a:lnRef idx="1">
                <a:schemeClr val="accent1"/>
              </a:lnRef>
              <a:fillRef idx="0">
                <a:schemeClr val="accent1"/>
              </a:fillRef>
              <a:effectRef idx="0">
                <a:schemeClr val="accent1"/>
              </a:effectRef>
              <a:fontRef idx="minor">
                <a:schemeClr val="tx1"/>
              </a:fontRef>
            </p:style>
          </p:cxnSp>
          <p:cxnSp>
            <p:nvCxnSpPr>
              <p:cNvPr id="34" name="Rak koppling 32">
                <a:extLst>
                  <a:ext uri="{FF2B5EF4-FFF2-40B4-BE49-F238E27FC236}">
                    <a16:creationId xmlns:a16="http://schemas.microsoft.com/office/drawing/2014/main" id="{9479A880-E157-4CE4-D979-D2FD367A657F}"/>
                  </a:ext>
                </a:extLst>
              </p:cNvPr>
              <p:cNvCxnSpPr/>
              <p:nvPr/>
            </p:nvCxnSpPr>
            <p:spPr>
              <a:xfrm>
                <a:off x="1862190" y="4208767"/>
                <a:ext cx="1502115" cy="556471"/>
              </a:xfrm>
              <a:prstGeom prst="line">
                <a:avLst/>
              </a:prstGeom>
              <a:ln w="38100">
                <a:solidFill>
                  <a:srgbClr val="FD5930"/>
                </a:solidFill>
              </a:ln>
            </p:spPr>
            <p:style>
              <a:lnRef idx="1">
                <a:schemeClr val="accent1"/>
              </a:lnRef>
              <a:fillRef idx="0">
                <a:schemeClr val="accent1"/>
              </a:fillRef>
              <a:effectRef idx="0">
                <a:schemeClr val="accent1"/>
              </a:effectRef>
              <a:fontRef idx="minor">
                <a:schemeClr val="tx1"/>
              </a:fontRef>
            </p:style>
          </p:cxnSp>
          <p:sp>
            <p:nvSpPr>
              <p:cNvPr id="35" name="Oval 14">
                <a:extLst>
                  <a:ext uri="{FF2B5EF4-FFF2-40B4-BE49-F238E27FC236}">
                    <a16:creationId xmlns:a16="http://schemas.microsoft.com/office/drawing/2014/main" id="{D3453635-1E29-CB2A-D90D-F1341C6BDCE9}"/>
                  </a:ext>
                </a:extLst>
              </p:cNvPr>
              <p:cNvSpPr/>
              <p:nvPr/>
            </p:nvSpPr>
            <p:spPr>
              <a:xfrm>
                <a:off x="4561044" y="3055710"/>
                <a:ext cx="1014485" cy="1014485"/>
              </a:xfrm>
              <a:prstGeom prst="ellipse">
                <a:avLst/>
              </a:prstGeom>
              <a:solidFill>
                <a:srgbClr val="CCDB4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sv-SE" sz="800">
                    <a:solidFill>
                      <a:schemeClr val="tx1"/>
                    </a:solidFill>
                  </a:rPr>
                  <a:t>Används för dekorativa grafiska element</a:t>
                </a:r>
              </a:p>
            </p:txBody>
          </p:sp>
          <p:cxnSp>
            <p:nvCxnSpPr>
              <p:cNvPr id="36" name="Rak pilkoppling 35">
                <a:extLst>
                  <a:ext uri="{FF2B5EF4-FFF2-40B4-BE49-F238E27FC236}">
                    <a16:creationId xmlns:a16="http://schemas.microsoft.com/office/drawing/2014/main" id="{AD76B49D-6731-70F8-9FC7-CDDDCB32775C}"/>
                  </a:ext>
                </a:extLst>
              </p:cNvPr>
              <p:cNvCxnSpPr>
                <a:cxnSpLocks/>
              </p:cNvCxnSpPr>
              <p:nvPr/>
            </p:nvCxnSpPr>
            <p:spPr>
              <a:xfrm flipH="1">
                <a:off x="3315393" y="3683020"/>
                <a:ext cx="1204331" cy="21669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4" name="Platshållare för innehåll 6">
              <a:extLst>
                <a:ext uri="{FF2B5EF4-FFF2-40B4-BE49-F238E27FC236}">
                  <a16:creationId xmlns:a16="http://schemas.microsoft.com/office/drawing/2014/main" id="{E524DDC1-2F57-8982-08A0-9150EBCB4661}"/>
                </a:ext>
              </a:extLst>
            </p:cNvPr>
            <p:cNvSpPr txBox="1">
              <a:spLocks/>
            </p:cNvSpPr>
            <p:nvPr/>
          </p:nvSpPr>
          <p:spPr>
            <a:xfrm>
              <a:off x="371475" y="805556"/>
              <a:ext cx="2686170" cy="253642"/>
            </a:xfrm>
            <a:prstGeom prst="rect">
              <a:avLst/>
            </a:prstGeom>
          </p:spPr>
          <p:txBody>
            <a:bodyPr vert="horz" lIns="0" tIns="0" rIns="0" bIns="0" rtlCol="0">
              <a:noAutofit/>
            </a:bodyPr>
            <a:lstStyle>
              <a:lvl1pPr marL="269875" indent="-269875" algn="l" defTabSz="914400" rtl="0" eaLnBrk="1" latinLnBrk="0" hangingPunct="1">
                <a:lnSpc>
                  <a:spcPct val="130000"/>
                </a:lnSpc>
                <a:spcBef>
                  <a:spcPts val="1000"/>
                </a:spcBef>
                <a:buFont typeface="Verdana" panose="020B0604030504040204" pitchFamily="34" charset="0"/>
                <a:buChar char="•"/>
                <a:defRPr sz="2400" kern="1200">
                  <a:solidFill>
                    <a:schemeClr val="tx1"/>
                  </a:solidFill>
                  <a:latin typeface="+mn-lt"/>
                  <a:ea typeface="+mn-ea"/>
                  <a:cs typeface="+mn-cs"/>
                </a:defRPr>
              </a:lvl1pPr>
              <a:lvl2pPr marL="533400" indent="-266700" algn="l" defTabSz="914400" rtl="0" eaLnBrk="1" latinLnBrk="0" hangingPunct="1">
                <a:lnSpc>
                  <a:spcPct val="130000"/>
                </a:lnSpc>
                <a:spcBef>
                  <a:spcPts val="500"/>
                </a:spcBef>
                <a:buFont typeface="Verdana" panose="020B0604030504040204" pitchFamily="34" charset="0"/>
                <a:buChar char="–"/>
                <a:defRPr sz="2000" kern="1200">
                  <a:solidFill>
                    <a:schemeClr val="tx1"/>
                  </a:solidFill>
                  <a:latin typeface="+mn-lt"/>
                  <a:ea typeface="+mn-ea"/>
                  <a:cs typeface="+mn-cs"/>
                </a:defRPr>
              </a:lvl2pPr>
              <a:lvl3pPr marL="812800" indent="-279400" algn="l" defTabSz="914400" rtl="0" eaLnBrk="1" latinLnBrk="0" hangingPunct="1">
                <a:lnSpc>
                  <a:spcPct val="130000"/>
                </a:lnSpc>
                <a:spcBef>
                  <a:spcPts val="500"/>
                </a:spcBef>
                <a:buFont typeface="Verdana" panose="020B0604030504040204" pitchFamily="34" charset="0"/>
                <a:buChar char="–"/>
                <a:defRPr sz="1800" kern="1200">
                  <a:solidFill>
                    <a:schemeClr val="tx1"/>
                  </a:solidFill>
                  <a:latin typeface="+mn-lt"/>
                  <a:ea typeface="+mn-ea"/>
                  <a:cs typeface="+mn-cs"/>
                </a:defRPr>
              </a:lvl3pPr>
              <a:lvl4pPr marL="1079500" indent="-266700" algn="l" defTabSz="914400" rtl="0" eaLnBrk="1" latinLnBrk="0" hangingPunct="1">
                <a:lnSpc>
                  <a:spcPct val="130000"/>
                </a:lnSpc>
                <a:spcBef>
                  <a:spcPts val="500"/>
                </a:spcBef>
                <a:buFont typeface="Verdana" panose="020B0604030504040204" pitchFamily="34" charset="0"/>
                <a:buChar char="–"/>
                <a:tabLst>
                  <a:tab pos="812800" algn="l"/>
                </a:tabLst>
                <a:defRPr sz="1600" kern="1200">
                  <a:solidFill>
                    <a:schemeClr val="tx1"/>
                  </a:solidFill>
                  <a:latin typeface="+mn-lt"/>
                  <a:ea typeface="+mn-ea"/>
                  <a:cs typeface="+mn-cs"/>
                </a:defRPr>
              </a:lvl4pPr>
              <a:lvl5pPr marL="1346200" indent="-266700" algn="l" defTabSz="914400" rtl="0" eaLnBrk="1" latinLnBrk="0" hangingPunct="1">
                <a:lnSpc>
                  <a:spcPct val="130000"/>
                </a:lnSpc>
                <a:spcBef>
                  <a:spcPts val="500"/>
                </a:spcBef>
                <a:buFont typeface="Verdana" panose="020B060403050404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Font typeface="Verdana" panose="020B0604030504040204" pitchFamily="34" charset="0"/>
                <a:buNone/>
              </a:pPr>
              <a:r>
                <a:rPr lang="sv-SE" sz="1500" dirty="0"/>
                <a:t>Använd rätt färger</a:t>
              </a:r>
            </a:p>
          </p:txBody>
        </p:sp>
      </p:grpSp>
      <p:grpSp>
        <p:nvGrpSpPr>
          <p:cNvPr id="25" name="Grupp 24">
            <a:extLst>
              <a:ext uri="{FF2B5EF4-FFF2-40B4-BE49-F238E27FC236}">
                <a16:creationId xmlns:a16="http://schemas.microsoft.com/office/drawing/2014/main" id="{E7D1B79B-434C-F51A-0BAC-5D4E78DC488C}"/>
              </a:ext>
            </a:extLst>
          </p:cNvPr>
          <p:cNvGrpSpPr/>
          <p:nvPr/>
        </p:nvGrpSpPr>
        <p:grpSpPr>
          <a:xfrm>
            <a:off x="371475" y="4204250"/>
            <a:ext cx="5498667" cy="2141326"/>
            <a:chOff x="371475" y="4083594"/>
            <a:chExt cx="5498667" cy="2141326"/>
          </a:xfrm>
        </p:grpSpPr>
        <p:pic>
          <p:nvPicPr>
            <p:cNvPr id="3" name="Bildobjekt 8">
              <a:extLst>
                <a:ext uri="{FF2B5EF4-FFF2-40B4-BE49-F238E27FC236}">
                  <a16:creationId xmlns:a16="http://schemas.microsoft.com/office/drawing/2014/main" id="{AF68B12A-583E-9716-B69B-58AD4F42C373}"/>
                </a:ext>
              </a:extLst>
            </p:cNvPr>
            <p:cNvPicPr>
              <a:picLocks noChangeAspect="1"/>
            </p:cNvPicPr>
            <p:nvPr/>
          </p:nvPicPr>
          <p:blipFill>
            <a:blip r:embed="rId3">
              <a:alphaModFix/>
            </a:blip>
            <a:srcRect/>
            <a:stretch/>
          </p:blipFill>
          <p:spPr>
            <a:xfrm>
              <a:off x="3082300" y="5178650"/>
              <a:ext cx="2472159" cy="1046270"/>
            </a:xfrm>
            <a:prstGeom prst="rect">
              <a:avLst/>
            </a:prstGeom>
            <a:ln>
              <a:solidFill>
                <a:schemeClr val="tx1">
                  <a:lumMod val="50000"/>
                  <a:lumOff val="50000"/>
                  <a:alpha val="41000"/>
                </a:schemeClr>
              </a:solidFill>
            </a:ln>
          </p:spPr>
        </p:pic>
        <p:sp>
          <p:nvSpPr>
            <p:cNvPr id="7" name="textruta 14">
              <a:extLst>
                <a:ext uri="{FF2B5EF4-FFF2-40B4-BE49-F238E27FC236}">
                  <a16:creationId xmlns:a16="http://schemas.microsoft.com/office/drawing/2014/main" id="{5D7274C8-BE48-57E1-8BF0-0326C4FAED76}"/>
                </a:ext>
              </a:extLst>
            </p:cNvPr>
            <p:cNvSpPr txBox="1"/>
            <p:nvPr/>
          </p:nvSpPr>
          <p:spPr>
            <a:xfrm>
              <a:off x="3015918" y="4516162"/>
              <a:ext cx="2854224" cy="553998"/>
            </a:xfrm>
            <a:prstGeom prst="rect">
              <a:avLst/>
            </a:prstGeom>
            <a:noFill/>
          </p:spPr>
          <p:txBody>
            <a:bodyPr wrap="square">
              <a:spAutoFit/>
            </a:bodyPr>
            <a:lstStyle/>
            <a:p>
              <a:pPr marL="0" indent="0">
                <a:buNone/>
              </a:pPr>
              <a:r>
                <a:rPr lang="sv-SE" sz="1000" dirty="0"/>
                <a:t>När du vill gå upp eller ned en nivå i en punktlista använder du </a:t>
              </a:r>
              <a:r>
                <a:rPr lang="sv-SE" sz="1000" b="1" dirty="0"/>
                <a:t>Öka/Minska </a:t>
              </a:r>
              <a:r>
                <a:rPr lang="sv-SE" sz="1000" dirty="0"/>
                <a:t>indrag. </a:t>
              </a:r>
            </a:p>
          </p:txBody>
        </p:sp>
        <p:sp>
          <p:nvSpPr>
            <p:cNvPr id="9" name="Platshållare för innehåll 6">
              <a:extLst>
                <a:ext uri="{FF2B5EF4-FFF2-40B4-BE49-F238E27FC236}">
                  <a16:creationId xmlns:a16="http://schemas.microsoft.com/office/drawing/2014/main" id="{C1BB8EA3-3188-5D52-D6BF-53E40F2B53CB}"/>
                </a:ext>
              </a:extLst>
            </p:cNvPr>
            <p:cNvSpPr txBox="1">
              <a:spLocks/>
            </p:cNvSpPr>
            <p:nvPr/>
          </p:nvSpPr>
          <p:spPr>
            <a:xfrm>
              <a:off x="371475" y="4546827"/>
              <a:ext cx="2472159" cy="1631142"/>
            </a:xfrm>
            <a:prstGeom prst="rect">
              <a:avLst/>
            </a:prstGeom>
          </p:spPr>
          <p:txBody>
            <a:bodyPr vert="horz" lIns="0" tIns="0" rIns="0" bIns="0" rtlCol="0">
              <a:noAutofit/>
            </a:bodyPr>
            <a:lstStyle>
              <a:lvl1pPr marL="269875" indent="-269875" algn="l" defTabSz="914400" rtl="0" eaLnBrk="1" latinLnBrk="0" hangingPunct="1">
                <a:lnSpc>
                  <a:spcPct val="130000"/>
                </a:lnSpc>
                <a:spcBef>
                  <a:spcPts val="1000"/>
                </a:spcBef>
                <a:buFont typeface="Verdana" panose="020B0604030504040204" pitchFamily="34" charset="0"/>
                <a:buChar char="•"/>
                <a:defRPr sz="2200" kern="1200">
                  <a:solidFill>
                    <a:schemeClr val="tx1"/>
                  </a:solidFill>
                  <a:latin typeface="+mn-lt"/>
                  <a:ea typeface="+mn-ea"/>
                  <a:cs typeface="+mn-cs"/>
                </a:defRPr>
              </a:lvl1pPr>
              <a:lvl2pPr marL="533400" indent="-266700" algn="l" defTabSz="914400" rtl="0" eaLnBrk="1" latinLnBrk="0" hangingPunct="1">
                <a:lnSpc>
                  <a:spcPct val="130000"/>
                </a:lnSpc>
                <a:spcBef>
                  <a:spcPts val="500"/>
                </a:spcBef>
                <a:buFont typeface="Verdana" panose="020B0604030504040204" pitchFamily="34" charset="0"/>
                <a:buChar char="–"/>
                <a:defRPr sz="2000" kern="1200">
                  <a:solidFill>
                    <a:schemeClr val="tx1"/>
                  </a:solidFill>
                  <a:latin typeface="+mn-lt"/>
                  <a:ea typeface="+mn-ea"/>
                  <a:cs typeface="+mn-cs"/>
                </a:defRPr>
              </a:lvl2pPr>
              <a:lvl3pPr marL="812800" indent="-279400" algn="l" defTabSz="914400" rtl="0" eaLnBrk="1" latinLnBrk="0" hangingPunct="1">
                <a:lnSpc>
                  <a:spcPct val="130000"/>
                </a:lnSpc>
                <a:spcBef>
                  <a:spcPts val="500"/>
                </a:spcBef>
                <a:buFont typeface="Verdana" panose="020B0604030504040204" pitchFamily="34" charset="0"/>
                <a:buChar char="–"/>
                <a:defRPr sz="1800" kern="1200">
                  <a:solidFill>
                    <a:schemeClr val="tx1"/>
                  </a:solidFill>
                  <a:latin typeface="+mn-lt"/>
                  <a:ea typeface="+mn-ea"/>
                  <a:cs typeface="+mn-cs"/>
                </a:defRPr>
              </a:lvl3pPr>
              <a:lvl4pPr marL="1079500" indent="-266700" algn="l" defTabSz="914400" rtl="0" eaLnBrk="1" latinLnBrk="0" hangingPunct="1">
                <a:lnSpc>
                  <a:spcPct val="130000"/>
                </a:lnSpc>
                <a:spcBef>
                  <a:spcPts val="500"/>
                </a:spcBef>
                <a:buFont typeface="Verdana" panose="020B0604030504040204" pitchFamily="34" charset="0"/>
                <a:buChar char="–"/>
                <a:tabLst>
                  <a:tab pos="812800" algn="l"/>
                </a:tabLst>
                <a:defRPr sz="1600" kern="1200">
                  <a:solidFill>
                    <a:schemeClr val="tx1"/>
                  </a:solidFill>
                  <a:latin typeface="+mn-lt"/>
                  <a:ea typeface="+mn-ea"/>
                  <a:cs typeface="+mn-cs"/>
                </a:defRPr>
              </a:lvl4pPr>
              <a:lvl5pPr marL="1346200" indent="-266700" algn="l" defTabSz="914400" rtl="0" eaLnBrk="1" latinLnBrk="0" hangingPunct="1">
                <a:lnSpc>
                  <a:spcPct val="130000"/>
                </a:lnSpc>
                <a:spcBef>
                  <a:spcPts val="500"/>
                </a:spcBef>
                <a:buFont typeface="Verdana" panose="020B060403050404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lnSpc>
                  <a:spcPct val="100000"/>
                </a:lnSpc>
                <a:buFont typeface="Verdana" panose="020B0604030504040204" pitchFamily="34" charset="0"/>
                <a:buNone/>
              </a:pPr>
              <a:r>
                <a:rPr lang="sv-SE" sz="1000" dirty="0"/>
                <a:t>Undvik att skapa nya punktlistor i menyn.</a:t>
              </a:r>
            </a:p>
            <a:p>
              <a:pPr marL="0" indent="0">
                <a:lnSpc>
                  <a:spcPct val="100000"/>
                </a:lnSpc>
                <a:buFont typeface="Verdana" panose="020B0604030504040204" pitchFamily="34" charset="0"/>
                <a:buNone/>
              </a:pPr>
              <a:r>
                <a:rPr lang="sv-SE" sz="1000" dirty="0"/>
                <a:t>Välj istället en layout som har en punktlista.</a:t>
              </a:r>
            </a:p>
            <a:p>
              <a:pPr marL="0" indent="0">
                <a:lnSpc>
                  <a:spcPct val="100000"/>
                </a:lnSpc>
                <a:buFont typeface="Verdana" panose="020B0604030504040204" pitchFamily="34" charset="0"/>
                <a:buNone/>
              </a:pPr>
              <a:r>
                <a:rPr lang="sv-SE" sz="1000" dirty="0"/>
                <a:t>Kopiera ett textfält med en punktlista om du behöver punktlistor på en annan sida.</a:t>
              </a:r>
            </a:p>
            <a:p>
              <a:pPr marL="0" indent="0">
                <a:lnSpc>
                  <a:spcPct val="100000"/>
                </a:lnSpc>
                <a:buFont typeface="Verdana" panose="020B0604030504040204" pitchFamily="34" charset="0"/>
                <a:buNone/>
              </a:pPr>
              <a:endParaRPr lang="sv-SE" sz="1000" dirty="0"/>
            </a:p>
            <a:p>
              <a:pPr marL="0" indent="0">
                <a:buFont typeface="Verdana" panose="020B0604030504040204" pitchFamily="34" charset="0"/>
                <a:buNone/>
              </a:pPr>
              <a:endParaRPr lang="sv-SE" sz="1000" dirty="0"/>
            </a:p>
          </p:txBody>
        </p:sp>
        <p:sp>
          <p:nvSpPr>
            <p:cNvPr id="20" name="Platshållare för innehåll 6">
              <a:extLst>
                <a:ext uri="{FF2B5EF4-FFF2-40B4-BE49-F238E27FC236}">
                  <a16:creationId xmlns:a16="http://schemas.microsoft.com/office/drawing/2014/main" id="{0C46E2E3-4B8B-5CD7-5111-ED1641778E31}"/>
                </a:ext>
              </a:extLst>
            </p:cNvPr>
            <p:cNvSpPr txBox="1">
              <a:spLocks/>
            </p:cNvSpPr>
            <p:nvPr/>
          </p:nvSpPr>
          <p:spPr>
            <a:xfrm>
              <a:off x="371475" y="4083594"/>
              <a:ext cx="2686170" cy="253642"/>
            </a:xfrm>
            <a:prstGeom prst="rect">
              <a:avLst/>
            </a:prstGeom>
          </p:spPr>
          <p:txBody>
            <a:bodyPr vert="horz" lIns="0" tIns="0" rIns="0" bIns="0" rtlCol="0">
              <a:noAutofit/>
            </a:bodyPr>
            <a:lstStyle>
              <a:lvl1pPr marL="269875" indent="-269875" algn="l" defTabSz="914400" rtl="0" eaLnBrk="1" latinLnBrk="0" hangingPunct="1">
                <a:lnSpc>
                  <a:spcPct val="130000"/>
                </a:lnSpc>
                <a:spcBef>
                  <a:spcPts val="1000"/>
                </a:spcBef>
                <a:buFont typeface="Verdana" panose="020B0604030504040204" pitchFamily="34" charset="0"/>
                <a:buChar char="•"/>
                <a:defRPr sz="2400" kern="1200">
                  <a:solidFill>
                    <a:schemeClr val="tx1"/>
                  </a:solidFill>
                  <a:latin typeface="+mn-lt"/>
                  <a:ea typeface="+mn-ea"/>
                  <a:cs typeface="+mn-cs"/>
                </a:defRPr>
              </a:lvl1pPr>
              <a:lvl2pPr marL="533400" indent="-266700" algn="l" defTabSz="914400" rtl="0" eaLnBrk="1" latinLnBrk="0" hangingPunct="1">
                <a:lnSpc>
                  <a:spcPct val="130000"/>
                </a:lnSpc>
                <a:spcBef>
                  <a:spcPts val="500"/>
                </a:spcBef>
                <a:buFont typeface="Verdana" panose="020B0604030504040204" pitchFamily="34" charset="0"/>
                <a:buChar char="–"/>
                <a:defRPr sz="2000" kern="1200">
                  <a:solidFill>
                    <a:schemeClr val="tx1"/>
                  </a:solidFill>
                  <a:latin typeface="+mn-lt"/>
                  <a:ea typeface="+mn-ea"/>
                  <a:cs typeface="+mn-cs"/>
                </a:defRPr>
              </a:lvl2pPr>
              <a:lvl3pPr marL="812800" indent="-279400" algn="l" defTabSz="914400" rtl="0" eaLnBrk="1" latinLnBrk="0" hangingPunct="1">
                <a:lnSpc>
                  <a:spcPct val="130000"/>
                </a:lnSpc>
                <a:spcBef>
                  <a:spcPts val="500"/>
                </a:spcBef>
                <a:buFont typeface="Verdana" panose="020B0604030504040204" pitchFamily="34" charset="0"/>
                <a:buChar char="–"/>
                <a:defRPr sz="1800" kern="1200">
                  <a:solidFill>
                    <a:schemeClr val="tx1"/>
                  </a:solidFill>
                  <a:latin typeface="+mn-lt"/>
                  <a:ea typeface="+mn-ea"/>
                  <a:cs typeface="+mn-cs"/>
                </a:defRPr>
              </a:lvl3pPr>
              <a:lvl4pPr marL="1079500" indent="-266700" algn="l" defTabSz="914400" rtl="0" eaLnBrk="1" latinLnBrk="0" hangingPunct="1">
                <a:lnSpc>
                  <a:spcPct val="130000"/>
                </a:lnSpc>
                <a:spcBef>
                  <a:spcPts val="500"/>
                </a:spcBef>
                <a:buFont typeface="Verdana" panose="020B0604030504040204" pitchFamily="34" charset="0"/>
                <a:buChar char="–"/>
                <a:tabLst>
                  <a:tab pos="812800" algn="l"/>
                </a:tabLst>
                <a:defRPr sz="1600" kern="1200">
                  <a:solidFill>
                    <a:schemeClr val="tx1"/>
                  </a:solidFill>
                  <a:latin typeface="+mn-lt"/>
                  <a:ea typeface="+mn-ea"/>
                  <a:cs typeface="+mn-cs"/>
                </a:defRPr>
              </a:lvl4pPr>
              <a:lvl5pPr marL="1346200" indent="-266700" algn="l" defTabSz="914400" rtl="0" eaLnBrk="1" latinLnBrk="0" hangingPunct="1">
                <a:lnSpc>
                  <a:spcPct val="130000"/>
                </a:lnSpc>
                <a:spcBef>
                  <a:spcPts val="500"/>
                </a:spcBef>
                <a:buFont typeface="Verdana" panose="020B060403050404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Font typeface="Verdana" panose="020B0604030504040204" pitchFamily="34" charset="0"/>
                <a:buNone/>
              </a:pPr>
              <a:r>
                <a:rPr lang="sv-SE" sz="1500" dirty="0"/>
                <a:t>Punktlistor</a:t>
              </a:r>
            </a:p>
          </p:txBody>
        </p:sp>
      </p:grpSp>
      <p:sp>
        <p:nvSpPr>
          <p:cNvPr id="22" name="Title 3">
            <a:extLst>
              <a:ext uri="{FF2B5EF4-FFF2-40B4-BE49-F238E27FC236}">
                <a16:creationId xmlns:a16="http://schemas.microsoft.com/office/drawing/2014/main" id="{6F647844-ABA1-95D1-7244-17924731AB11}"/>
              </a:ext>
            </a:extLst>
          </p:cNvPr>
          <p:cNvSpPr>
            <a:spLocks noGrp="1"/>
          </p:cNvSpPr>
          <p:nvPr>
            <p:ph type="title"/>
          </p:nvPr>
        </p:nvSpPr>
        <p:spPr>
          <a:xfrm>
            <a:off x="359473" y="321764"/>
            <a:ext cx="9666187" cy="343812"/>
          </a:xfrm>
        </p:spPr>
        <p:txBody>
          <a:bodyPr/>
          <a:lstStyle/>
          <a:p>
            <a:r>
              <a:rPr lang="sv-SE" dirty="0"/>
              <a:t>Instruktionssida</a:t>
            </a:r>
            <a:endParaRPr lang="en-GB" dirty="0"/>
          </a:p>
        </p:txBody>
      </p:sp>
      <p:grpSp>
        <p:nvGrpSpPr>
          <p:cNvPr id="18" name="Grupp 17">
            <a:extLst>
              <a:ext uri="{FF2B5EF4-FFF2-40B4-BE49-F238E27FC236}">
                <a16:creationId xmlns:a16="http://schemas.microsoft.com/office/drawing/2014/main" id="{4F4CC68D-50DA-1AEA-4089-5CE0C55D56D4}"/>
              </a:ext>
            </a:extLst>
          </p:cNvPr>
          <p:cNvGrpSpPr/>
          <p:nvPr/>
        </p:nvGrpSpPr>
        <p:grpSpPr>
          <a:xfrm>
            <a:off x="7674957" y="1070797"/>
            <a:ext cx="3401600" cy="4367231"/>
            <a:chOff x="6096000" y="969020"/>
            <a:chExt cx="3401600" cy="4367231"/>
          </a:xfrm>
        </p:grpSpPr>
        <p:sp>
          <p:nvSpPr>
            <p:cNvPr id="21" name="textruta 4">
              <a:extLst>
                <a:ext uri="{FF2B5EF4-FFF2-40B4-BE49-F238E27FC236}">
                  <a16:creationId xmlns:a16="http://schemas.microsoft.com/office/drawing/2014/main" id="{2694A293-2B2B-F776-C4EC-76B950FE74ED}"/>
                </a:ext>
              </a:extLst>
            </p:cNvPr>
            <p:cNvSpPr txBox="1"/>
            <p:nvPr/>
          </p:nvSpPr>
          <p:spPr>
            <a:xfrm>
              <a:off x="6096000" y="969020"/>
              <a:ext cx="3388651" cy="230832"/>
            </a:xfrm>
            <a:prstGeom prst="rect">
              <a:avLst/>
            </a:prstGeom>
            <a:noFill/>
          </p:spPr>
          <p:txBody>
            <a:bodyPr wrap="square" lIns="0" tIns="0" rIns="0" bIns="0" rtlCol="0">
              <a:spAutoFit/>
            </a:bodyPr>
            <a:lstStyle/>
            <a:p>
              <a:r>
                <a:rPr lang="sv-SE" sz="1500" dirty="0">
                  <a:latin typeface="+mj-lt"/>
                </a:rPr>
                <a:t>Redigera sidfot och sidhuvud</a:t>
              </a:r>
            </a:p>
          </p:txBody>
        </p:sp>
        <p:sp>
          <p:nvSpPr>
            <p:cNvPr id="23" name="textruta 39">
              <a:extLst>
                <a:ext uri="{FF2B5EF4-FFF2-40B4-BE49-F238E27FC236}">
                  <a16:creationId xmlns:a16="http://schemas.microsoft.com/office/drawing/2014/main" id="{27F0F7E9-4E7A-0569-B6A3-D6E8F6C18919}"/>
                </a:ext>
              </a:extLst>
            </p:cNvPr>
            <p:cNvSpPr txBox="1"/>
            <p:nvPr/>
          </p:nvSpPr>
          <p:spPr>
            <a:xfrm>
              <a:off x="6108950" y="1432621"/>
              <a:ext cx="3277624" cy="1384995"/>
            </a:xfrm>
            <a:prstGeom prst="rect">
              <a:avLst/>
            </a:prstGeom>
            <a:noFill/>
          </p:spPr>
          <p:txBody>
            <a:bodyPr wrap="square" lIns="0" tIns="0" rIns="0" bIns="0" rtlCol="0">
              <a:spAutoFit/>
            </a:bodyPr>
            <a:lstStyle/>
            <a:p>
              <a:r>
                <a:rPr lang="sv-SE" sz="1000" dirty="0"/>
                <a:t>Under fliken </a:t>
              </a:r>
              <a:r>
                <a:rPr lang="sv-SE" sz="1000" b="1" dirty="0"/>
                <a:t>Infoga</a:t>
              </a:r>
              <a:r>
                <a:rPr lang="sv-SE" sz="1000" dirty="0"/>
                <a:t> hittar du </a:t>
              </a:r>
              <a:r>
                <a:rPr lang="sv-SE" sz="1000" b="1" dirty="0"/>
                <a:t>Sidhuvud och sidfot</a:t>
              </a:r>
              <a:r>
                <a:rPr lang="sv-SE" sz="1000" dirty="0"/>
                <a:t>. När du klickar här öppnas en dialogruta med olika val du kan göra för att redigera sidfot och sidhuvud. Vill du att dina ändringar ska gälla för alla layouter väljer du </a:t>
              </a:r>
              <a:r>
                <a:rPr lang="sv-SE" sz="1000" b="1" dirty="0"/>
                <a:t>Använd för alla</a:t>
              </a:r>
              <a:r>
                <a:rPr lang="sv-SE" sz="1000" dirty="0"/>
                <a:t>. Vill du bara ändra på sidan du står på väljer du Använd. </a:t>
              </a:r>
            </a:p>
            <a:p>
              <a:endParaRPr lang="sv-SE" sz="1000" dirty="0"/>
            </a:p>
            <a:p>
              <a:r>
                <a:rPr lang="sv-SE" sz="1000" dirty="0"/>
                <a:t>Om du inte vill använda sidhuvud eller sidfot låter du fältet vara som det är. </a:t>
              </a:r>
            </a:p>
          </p:txBody>
        </p:sp>
        <p:pic>
          <p:nvPicPr>
            <p:cNvPr id="24" name="Bildobjekt 40">
              <a:extLst>
                <a:ext uri="{FF2B5EF4-FFF2-40B4-BE49-F238E27FC236}">
                  <a16:creationId xmlns:a16="http://schemas.microsoft.com/office/drawing/2014/main" id="{0E89E9E5-53E2-E430-87B2-D7477B501A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08950" y="3176394"/>
              <a:ext cx="3388650" cy="2159857"/>
            </a:xfrm>
            <a:prstGeom prst="rect">
              <a:avLst/>
            </a:prstGeom>
            <a:ln>
              <a:solidFill>
                <a:schemeClr val="tx1">
                  <a:lumMod val="50000"/>
                  <a:lumOff val="50000"/>
                </a:schemeClr>
              </a:solidFill>
            </a:ln>
          </p:spPr>
        </p:pic>
      </p:grpSp>
    </p:spTree>
    <p:extLst>
      <p:ext uri="{BB962C8B-B14F-4D97-AF65-F5344CB8AC3E}">
        <p14:creationId xmlns:p14="http://schemas.microsoft.com/office/powerpoint/2010/main" val="1971876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20B89AC-6B08-C74E-F1F1-389EDBEF330A}"/>
            </a:ext>
          </a:extLst>
        </p:cNvPr>
        <p:cNvGrpSpPr/>
        <p:nvPr/>
      </p:nvGrpSpPr>
      <p:grpSpPr>
        <a:xfrm>
          <a:off x="0" y="0"/>
          <a:ext cx="0" cy="0"/>
          <a:chOff x="0" y="0"/>
          <a:chExt cx="0" cy="0"/>
        </a:xfrm>
      </p:grpSpPr>
      <p:sp>
        <p:nvSpPr>
          <p:cNvPr id="2" name="Frihandsfigur 1">
            <a:extLst>
              <a:ext uri="{FF2B5EF4-FFF2-40B4-BE49-F238E27FC236}">
                <a16:creationId xmlns:a16="http://schemas.microsoft.com/office/drawing/2014/main" id="{062F215C-57D7-AAE2-7C65-1764F119CF0B}"/>
              </a:ext>
            </a:extLst>
          </p:cNvPr>
          <p:cNvSpPr/>
          <p:nvPr/>
        </p:nvSpPr>
        <p:spPr>
          <a:xfrm>
            <a:off x="1253067" y="3880471"/>
            <a:ext cx="1800000" cy="1800000"/>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1800000 h 1800000"/>
              <a:gd name="connsiteX4" fmla="*/ 0 w 1800000"/>
              <a:gd name="connsiteY4" fmla="*/ 900000 h 1800000"/>
              <a:gd name="connsiteX5" fmla="*/ 900000 w 1800000"/>
              <a:gd name="connsiteY5" fmla="*/ 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0000" h="1800000">
                <a:moveTo>
                  <a:pt x="900000" y="0"/>
                </a:moveTo>
                <a:cubicBezTo>
                  <a:pt x="1397056" y="0"/>
                  <a:pt x="1800000" y="402944"/>
                  <a:pt x="1800000" y="900000"/>
                </a:cubicBezTo>
                <a:cubicBezTo>
                  <a:pt x="1800000" y="1397056"/>
                  <a:pt x="1397056" y="1800000"/>
                  <a:pt x="900000" y="1800000"/>
                </a:cubicBezTo>
                <a:lnTo>
                  <a:pt x="0" y="1800000"/>
                </a:lnTo>
                <a:lnTo>
                  <a:pt x="0" y="900000"/>
                </a:lnTo>
                <a:cubicBezTo>
                  <a:pt x="0" y="402944"/>
                  <a:pt x="402944" y="0"/>
                  <a:pt x="900000"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sv-SE" dirty="0"/>
              <a:t>Text</a:t>
            </a:r>
          </a:p>
        </p:txBody>
      </p:sp>
      <p:sp>
        <p:nvSpPr>
          <p:cNvPr id="5" name="Ellips 4">
            <a:extLst>
              <a:ext uri="{FF2B5EF4-FFF2-40B4-BE49-F238E27FC236}">
                <a16:creationId xmlns:a16="http://schemas.microsoft.com/office/drawing/2014/main" id="{C9A9E4DB-96AC-7A92-AEC1-F551F970E1B5}"/>
              </a:ext>
            </a:extLst>
          </p:cNvPr>
          <p:cNvSpPr/>
          <p:nvPr/>
        </p:nvSpPr>
        <p:spPr>
          <a:xfrm>
            <a:off x="3397254" y="3880471"/>
            <a:ext cx="1800000" cy="180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t>Text</a:t>
            </a:r>
          </a:p>
        </p:txBody>
      </p:sp>
      <p:sp>
        <p:nvSpPr>
          <p:cNvPr id="8" name="Frihandsfigur 7">
            <a:extLst>
              <a:ext uri="{FF2B5EF4-FFF2-40B4-BE49-F238E27FC236}">
                <a16:creationId xmlns:a16="http://schemas.microsoft.com/office/drawing/2014/main" id="{13CF3D1A-13A6-336C-4A1A-CFA6331EBBB6}"/>
              </a:ext>
            </a:extLst>
          </p:cNvPr>
          <p:cNvSpPr/>
          <p:nvPr/>
        </p:nvSpPr>
        <p:spPr>
          <a:xfrm>
            <a:off x="5561774" y="3880471"/>
            <a:ext cx="1800000" cy="1800000"/>
          </a:xfrm>
          <a:custGeom>
            <a:avLst/>
            <a:gdLst>
              <a:gd name="connsiteX0" fmla="*/ 0 w 1800000"/>
              <a:gd name="connsiteY0" fmla="*/ 0 h 1800000"/>
              <a:gd name="connsiteX1" fmla="*/ 900000 w 1800000"/>
              <a:gd name="connsiteY1" fmla="*/ 0 h 1800000"/>
              <a:gd name="connsiteX2" fmla="*/ 1800000 w 1800000"/>
              <a:gd name="connsiteY2" fmla="*/ 0 h 1800000"/>
              <a:gd name="connsiteX3" fmla="*/ 1800000 w 1800000"/>
              <a:gd name="connsiteY3" fmla="*/ 900000 h 1800000"/>
              <a:gd name="connsiteX4" fmla="*/ 1800000 w 1800000"/>
              <a:gd name="connsiteY4" fmla="*/ 900001 h 1800000"/>
              <a:gd name="connsiteX5" fmla="*/ 1800000 w 1800000"/>
              <a:gd name="connsiteY5" fmla="*/ 900001 h 1800000"/>
              <a:gd name="connsiteX6" fmla="*/ 1795353 w 1800000"/>
              <a:gd name="connsiteY6" fmla="*/ 992020 h 1800000"/>
              <a:gd name="connsiteX7" fmla="*/ 900000 w 1800000"/>
              <a:gd name="connsiteY7" fmla="*/ 1800000 h 1800000"/>
              <a:gd name="connsiteX8" fmla="*/ 4647 w 1800000"/>
              <a:gd name="connsiteY8" fmla="*/ 992020 h 1800000"/>
              <a:gd name="connsiteX9" fmla="*/ 0 w 1800000"/>
              <a:gd name="connsiteY9" fmla="*/ 900001 h 1800000"/>
              <a:gd name="connsiteX10" fmla="*/ 0 w 1800000"/>
              <a:gd name="connsiteY10" fmla="*/ 900001 h 1800000"/>
              <a:gd name="connsiteX11" fmla="*/ 0 w 1800000"/>
              <a:gd name="connsiteY11" fmla="*/ 90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00000" h="1800000">
                <a:moveTo>
                  <a:pt x="0" y="0"/>
                </a:moveTo>
                <a:lnTo>
                  <a:pt x="900000" y="0"/>
                </a:lnTo>
                <a:lnTo>
                  <a:pt x="1800000" y="0"/>
                </a:lnTo>
                <a:lnTo>
                  <a:pt x="1800000" y="900000"/>
                </a:lnTo>
                <a:lnTo>
                  <a:pt x="1800000" y="900001"/>
                </a:lnTo>
                <a:lnTo>
                  <a:pt x="1800000" y="900001"/>
                </a:lnTo>
                <a:lnTo>
                  <a:pt x="1795353" y="992020"/>
                </a:lnTo>
                <a:cubicBezTo>
                  <a:pt x="1749264" y="1445850"/>
                  <a:pt x="1365990" y="1800000"/>
                  <a:pt x="900000" y="1800000"/>
                </a:cubicBezTo>
                <a:cubicBezTo>
                  <a:pt x="434010" y="1800000"/>
                  <a:pt x="50736" y="1445850"/>
                  <a:pt x="4647" y="992020"/>
                </a:cubicBezTo>
                <a:lnTo>
                  <a:pt x="0" y="900001"/>
                </a:lnTo>
                <a:lnTo>
                  <a:pt x="0" y="900001"/>
                </a:lnTo>
                <a:lnTo>
                  <a:pt x="0" y="900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sv-SE" dirty="0"/>
              <a:t>Text</a:t>
            </a:r>
          </a:p>
        </p:txBody>
      </p:sp>
      <p:sp>
        <p:nvSpPr>
          <p:cNvPr id="9" name="Rektangel 8">
            <a:extLst>
              <a:ext uri="{FF2B5EF4-FFF2-40B4-BE49-F238E27FC236}">
                <a16:creationId xmlns:a16="http://schemas.microsoft.com/office/drawing/2014/main" id="{C311E0D3-15A2-EC84-F17E-9F80577D78E7}"/>
              </a:ext>
            </a:extLst>
          </p:cNvPr>
          <p:cNvSpPr/>
          <p:nvPr/>
        </p:nvSpPr>
        <p:spPr>
          <a:xfrm>
            <a:off x="7726294" y="3880470"/>
            <a:ext cx="1800000" cy="180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t>Text</a:t>
            </a:r>
          </a:p>
        </p:txBody>
      </p:sp>
      <p:sp>
        <p:nvSpPr>
          <p:cNvPr id="11" name="Content Placeholder 4">
            <a:extLst>
              <a:ext uri="{FF2B5EF4-FFF2-40B4-BE49-F238E27FC236}">
                <a16:creationId xmlns:a16="http://schemas.microsoft.com/office/drawing/2014/main" id="{31E82864-B437-F783-A717-0AA7780C5C01}"/>
              </a:ext>
            </a:extLst>
          </p:cNvPr>
          <p:cNvSpPr>
            <a:spLocks noGrp="1"/>
          </p:cNvSpPr>
          <p:nvPr>
            <p:ph sz="quarter" idx="14"/>
          </p:nvPr>
        </p:nvSpPr>
        <p:spPr>
          <a:xfrm>
            <a:off x="359998" y="862837"/>
            <a:ext cx="4837256" cy="4352400"/>
          </a:xfrm>
        </p:spPr>
        <p:txBody>
          <a:bodyPr/>
          <a:lstStyle/>
          <a:p>
            <a:pPr marL="0" indent="0">
              <a:buNone/>
            </a:pPr>
            <a:r>
              <a:rPr lang="sv-SE" sz="1000" dirty="0"/>
              <a:t>Utöver </a:t>
            </a:r>
            <a:r>
              <a:rPr lang="sv-SE" sz="1000" dirty="0" err="1"/>
              <a:t>VGR:s</a:t>
            </a:r>
            <a:r>
              <a:rPr lang="sv-SE" sz="1000" dirty="0"/>
              <a:t> grundform (fyrkanten med ett rundat hörn) så  finns det fyra andra kompletterande former som kan användas i syfte att förstärka eller lyfta fram något, som till exempel ett datum eller en fakta. De kompletterande formerna har fasta proportioner och får inte användas ovanpå på </a:t>
            </a:r>
            <a:r>
              <a:rPr lang="sv-SE" sz="1000" dirty="0" err="1"/>
              <a:t>VGR:s</a:t>
            </a:r>
            <a:r>
              <a:rPr lang="sv-SE" sz="1000" dirty="0"/>
              <a:t> grundform eller i direkt anslutning till den.</a:t>
            </a:r>
          </a:p>
          <a:p>
            <a:pPr marL="0" indent="0">
              <a:buNone/>
            </a:pPr>
            <a:r>
              <a:rPr lang="sv-SE" sz="1000" dirty="0"/>
              <a:t>Du kan kopiera och dessa former nedan och ändra färg på dem om du vill. Använd då huvudfärgen blå (likt nedan) med vit text på eller någon av de kompletterande färgerna med svart text på.</a:t>
            </a:r>
          </a:p>
          <a:p>
            <a:pPr marL="0" indent="0">
              <a:buNone/>
            </a:pPr>
            <a:r>
              <a:rPr lang="sv-SE" sz="1000" dirty="0"/>
              <a:t>Du kan läsa mer här:</a:t>
            </a:r>
            <a:br>
              <a:rPr lang="sv-SE" sz="1000" dirty="0"/>
            </a:br>
            <a:r>
              <a:rPr lang="sv-SE" sz="1000" dirty="0">
                <a:hlinkClick r:id="rId2"/>
              </a:rPr>
              <a:t>Kompletterande former - </a:t>
            </a:r>
            <a:r>
              <a:rPr lang="sv-SE" sz="1000" dirty="0" err="1">
                <a:hlinkClick r:id="rId2"/>
              </a:rPr>
              <a:t>VGR:s</a:t>
            </a:r>
            <a:r>
              <a:rPr lang="sv-SE" sz="1000" dirty="0">
                <a:hlinkClick r:id="rId2"/>
              </a:rPr>
              <a:t> varumärkesmanual</a:t>
            </a:r>
            <a:endParaRPr lang="sv-SE" sz="1000" dirty="0"/>
          </a:p>
        </p:txBody>
      </p:sp>
      <p:grpSp>
        <p:nvGrpSpPr>
          <p:cNvPr id="27" name="Grupp 26">
            <a:extLst>
              <a:ext uri="{FF2B5EF4-FFF2-40B4-BE49-F238E27FC236}">
                <a16:creationId xmlns:a16="http://schemas.microsoft.com/office/drawing/2014/main" id="{8F4C9F91-9B0B-4C16-5D19-9BAA9F4FF884}"/>
              </a:ext>
            </a:extLst>
          </p:cNvPr>
          <p:cNvGrpSpPr/>
          <p:nvPr/>
        </p:nvGrpSpPr>
        <p:grpSpPr>
          <a:xfrm>
            <a:off x="5561774" y="777766"/>
            <a:ext cx="1520913" cy="2261271"/>
            <a:chOff x="7313936" y="412907"/>
            <a:chExt cx="1520913" cy="2261271"/>
          </a:xfrm>
        </p:grpSpPr>
        <p:grpSp>
          <p:nvGrpSpPr>
            <p:cNvPr id="12" name="Grupp 11">
              <a:extLst>
                <a:ext uri="{FF2B5EF4-FFF2-40B4-BE49-F238E27FC236}">
                  <a16:creationId xmlns:a16="http://schemas.microsoft.com/office/drawing/2014/main" id="{BF86243C-94A2-4CA8-09C2-89D99042EFBF}"/>
                </a:ext>
              </a:extLst>
            </p:cNvPr>
            <p:cNvGrpSpPr/>
            <p:nvPr/>
          </p:nvGrpSpPr>
          <p:grpSpPr>
            <a:xfrm>
              <a:off x="7313936" y="412907"/>
              <a:ext cx="1520913" cy="2261271"/>
              <a:chOff x="1862190" y="2557017"/>
              <a:chExt cx="1520913" cy="2261271"/>
            </a:xfrm>
          </p:grpSpPr>
          <p:pic>
            <p:nvPicPr>
              <p:cNvPr id="14" name="Bildobjekt 26" descr="Skärmklipp på Temafärgerna i mallen">
                <a:extLst>
                  <a:ext uri="{FF2B5EF4-FFF2-40B4-BE49-F238E27FC236}">
                    <a16:creationId xmlns:a16="http://schemas.microsoft.com/office/drawing/2014/main" id="{49BAAC0D-042F-114C-AD24-80CEFCF77CAB}"/>
                  </a:ext>
                </a:extLst>
              </p:cNvPr>
              <p:cNvPicPr>
                <a:picLocks noChangeAspect="1"/>
              </p:cNvPicPr>
              <p:nvPr/>
            </p:nvPicPr>
            <p:blipFill rotWithShape="1">
              <a:blip r:embed="rId3">
                <a:extLst>
                  <a:ext uri="{28A0092B-C50C-407E-A947-70E740481C1C}">
                    <a14:useLocalDpi xmlns:a14="http://schemas.microsoft.com/office/drawing/2010/main" val="0"/>
                  </a:ext>
                </a:extLst>
              </a:blip>
              <a:srcRect t="1061" b="96"/>
              <a:stretch/>
            </p:blipFill>
            <p:spPr>
              <a:xfrm>
                <a:off x="1952424" y="2557017"/>
                <a:ext cx="1321649" cy="2261271"/>
              </a:xfrm>
              <a:prstGeom prst="rect">
                <a:avLst/>
              </a:prstGeom>
              <a:ln>
                <a:solidFill>
                  <a:schemeClr val="tx1">
                    <a:lumMod val="50000"/>
                    <a:lumOff val="50000"/>
                  </a:schemeClr>
                </a:solidFill>
              </a:ln>
            </p:spPr>
          </p:pic>
          <p:cxnSp>
            <p:nvCxnSpPr>
              <p:cNvPr id="21" name="Rak koppling 31">
                <a:extLst>
                  <a:ext uri="{FF2B5EF4-FFF2-40B4-BE49-F238E27FC236}">
                    <a16:creationId xmlns:a16="http://schemas.microsoft.com/office/drawing/2014/main" id="{A001526A-5116-A133-3172-D1625C8A8925}"/>
                  </a:ext>
                </a:extLst>
              </p:cNvPr>
              <p:cNvCxnSpPr/>
              <p:nvPr/>
            </p:nvCxnSpPr>
            <p:spPr>
              <a:xfrm>
                <a:off x="1880988" y="2956780"/>
                <a:ext cx="1502115" cy="556471"/>
              </a:xfrm>
              <a:prstGeom prst="line">
                <a:avLst/>
              </a:prstGeom>
              <a:ln w="38100">
                <a:solidFill>
                  <a:srgbClr val="FD5930"/>
                </a:solidFill>
              </a:ln>
            </p:spPr>
            <p:style>
              <a:lnRef idx="1">
                <a:schemeClr val="accent1"/>
              </a:lnRef>
              <a:fillRef idx="0">
                <a:schemeClr val="accent1"/>
              </a:fillRef>
              <a:effectRef idx="0">
                <a:schemeClr val="accent1"/>
              </a:effectRef>
              <a:fontRef idx="minor">
                <a:schemeClr val="tx1"/>
              </a:fontRef>
            </p:style>
          </p:cxnSp>
          <p:cxnSp>
            <p:nvCxnSpPr>
              <p:cNvPr id="22" name="Rak koppling 32">
                <a:extLst>
                  <a:ext uri="{FF2B5EF4-FFF2-40B4-BE49-F238E27FC236}">
                    <a16:creationId xmlns:a16="http://schemas.microsoft.com/office/drawing/2014/main" id="{657C57DE-528B-DE34-3998-D3A164EE07AC}"/>
                  </a:ext>
                </a:extLst>
              </p:cNvPr>
              <p:cNvCxnSpPr/>
              <p:nvPr/>
            </p:nvCxnSpPr>
            <p:spPr>
              <a:xfrm>
                <a:off x="1862190" y="4208767"/>
                <a:ext cx="1502115" cy="556471"/>
              </a:xfrm>
              <a:prstGeom prst="line">
                <a:avLst/>
              </a:prstGeom>
              <a:ln w="38100">
                <a:solidFill>
                  <a:srgbClr val="FD5930"/>
                </a:solidFill>
              </a:ln>
            </p:spPr>
            <p:style>
              <a:lnRef idx="1">
                <a:schemeClr val="accent1"/>
              </a:lnRef>
              <a:fillRef idx="0">
                <a:schemeClr val="accent1"/>
              </a:fillRef>
              <a:effectRef idx="0">
                <a:schemeClr val="accent1"/>
              </a:effectRef>
              <a:fontRef idx="minor">
                <a:schemeClr val="tx1"/>
              </a:fontRef>
            </p:style>
          </p:cxnSp>
        </p:grpSp>
        <p:sp>
          <p:nvSpPr>
            <p:cNvPr id="25" name="Rektangel 24">
              <a:extLst>
                <a:ext uri="{FF2B5EF4-FFF2-40B4-BE49-F238E27FC236}">
                  <a16:creationId xmlns:a16="http://schemas.microsoft.com/office/drawing/2014/main" id="{2E90645F-18CD-1EE1-5B34-7CD0BEE72693}"/>
                </a:ext>
              </a:extLst>
            </p:cNvPr>
            <p:cNvSpPr/>
            <p:nvPr/>
          </p:nvSpPr>
          <p:spPr>
            <a:xfrm>
              <a:off x="8064993" y="600029"/>
              <a:ext cx="660826" cy="177737"/>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4C514675-055B-FC22-B7EC-6BBE4CB1ADC5}"/>
                </a:ext>
              </a:extLst>
            </p:cNvPr>
            <p:cNvSpPr/>
            <p:nvPr/>
          </p:nvSpPr>
          <p:spPr>
            <a:xfrm>
              <a:off x="7374054" y="1630043"/>
              <a:ext cx="1351765" cy="293066"/>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6" name="Title 3">
            <a:extLst>
              <a:ext uri="{FF2B5EF4-FFF2-40B4-BE49-F238E27FC236}">
                <a16:creationId xmlns:a16="http://schemas.microsoft.com/office/drawing/2014/main" id="{F4DFC5BD-2BD0-18AF-80D6-BFC9746E7ED7}"/>
              </a:ext>
            </a:extLst>
          </p:cNvPr>
          <p:cNvSpPr>
            <a:spLocks noGrp="1"/>
          </p:cNvSpPr>
          <p:nvPr>
            <p:ph type="title"/>
          </p:nvPr>
        </p:nvSpPr>
        <p:spPr>
          <a:xfrm>
            <a:off x="359473" y="321764"/>
            <a:ext cx="9666187" cy="343812"/>
          </a:xfrm>
        </p:spPr>
        <p:txBody>
          <a:bodyPr/>
          <a:lstStyle/>
          <a:p>
            <a:r>
              <a:rPr lang="sv-SE" dirty="0"/>
              <a:t>Instruktionssida</a:t>
            </a:r>
            <a:endParaRPr lang="en-GB" dirty="0"/>
          </a:p>
        </p:txBody>
      </p:sp>
    </p:spTree>
    <p:extLst>
      <p:ext uri="{BB962C8B-B14F-4D97-AF65-F5344CB8AC3E}">
        <p14:creationId xmlns:p14="http://schemas.microsoft.com/office/powerpoint/2010/main" val="229186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0C12D5E-855E-A540-8736-3A9B8987A590}"/>
              </a:ext>
            </a:extLst>
          </p:cNvPr>
          <p:cNvSpPr>
            <a:spLocks noGrp="1"/>
          </p:cNvSpPr>
          <p:nvPr>
            <p:ph type="title"/>
          </p:nvPr>
        </p:nvSpPr>
        <p:spPr>
          <a:xfrm>
            <a:off x="360000" y="360000"/>
            <a:ext cx="11473200" cy="1047600"/>
          </a:xfrm>
        </p:spPr>
        <p:txBody>
          <a:bodyPr/>
          <a:lstStyle/>
          <a:p>
            <a:r>
              <a:rPr lang="sv-SE"/>
              <a:t>Exempel aktivitetsplan x</a:t>
            </a:r>
          </a:p>
        </p:txBody>
      </p:sp>
      <p:graphicFrame>
        <p:nvGraphicFramePr>
          <p:cNvPr id="4" name="Platshållare för innehåll 3">
            <a:extLst>
              <a:ext uri="{FF2B5EF4-FFF2-40B4-BE49-F238E27FC236}">
                <a16:creationId xmlns:a16="http://schemas.microsoft.com/office/drawing/2014/main" id="{70FE86E9-1E7A-1747-866F-835751625CEC}"/>
              </a:ext>
            </a:extLst>
          </p:cNvPr>
          <p:cNvGraphicFramePr>
            <a:graphicFrameLocks noGrp="1"/>
          </p:cNvGraphicFramePr>
          <p:nvPr>
            <p:ph sz="quarter" idx="14"/>
            <p:extLst>
              <p:ext uri="{D42A27DB-BD31-4B8C-83A1-F6EECF244321}">
                <p14:modId xmlns:p14="http://schemas.microsoft.com/office/powerpoint/2010/main" val="1484555167"/>
              </p:ext>
            </p:extLst>
          </p:nvPr>
        </p:nvGraphicFramePr>
        <p:xfrm>
          <a:off x="360363" y="1766888"/>
          <a:ext cx="11472853" cy="3708000"/>
        </p:xfrm>
        <a:graphic>
          <a:graphicData uri="http://schemas.openxmlformats.org/drawingml/2006/table">
            <a:tbl>
              <a:tblPr firstRow="1" bandRow="1">
                <a:tableStyleId>{2D5ABB26-0587-4C30-8999-92F81FD0307C}</a:tableStyleId>
              </a:tblPr>
              <a:tblGrid>
                <a:gridCol w="3415009">
                  <a:extLst>
                    <a:ext uri="{9D8B030D-6E8A-4147-A177-3AD203B41FA5}">
                      <a16:colId xmlns:a16="http://schemas.microsoft.com/office/drawing/2014/main" val="890554999"/>
                    </a:ext>
                  </a:extLst>
                </a:gridCol>
                <a:gridCol w="671487">
                  <a:extLst>
                    <a:ext uri="{9D8B030D-6E8A-4147-A177-3AD203B41FA5}">
                      <a16:colId xmlns:a16="http://schemas.microsoft.com/office/drawing/2014/main" val="2295311934"/>
                    </a:ext>
                  </a:extLst>
                </a:gridCol>
                <a:gridCol w="671487">
                  <a:extLst>
                    <a:ext uri="{9D8B030D-6E8A-4147-A177-3AD203B41FA5}">
                      <a16:colId xmlns:a16="http://schemas.microsoft.com/office/drawing/2014/main" val="1455049318"/>
                    </a:ext>
                  </a:extLst>
                </a:gridCol>
                <a:gridCol w="671487">
                  <a:extLst>
                    <a:ext uri="{9D8B030D-6E8A-4147-A177-3AD203B41FA5}">
                      <a16:colId xmlns:a16="http://schemas.microsoft.com/office/drawing/2014/main" val="2586526771"/>
                    </a:ext>
                  </a:extLst>
                </a:gridCol>
                <a:gridCol w="671487">
                  <a:extLst>
                    <a:ext uri="{9D8B030D-6E8A-4147-A177-3AD203B41FA5}">
                      <a16:colId xmlns:a16="http://schemas.microsoft.com/office/drawing/2014/main" val="4172326054"/>
                    </a:ext>
                  </a:extLst>
                </a:gridCol>
                <a:gridCol w="671487">
                  <a:extLst>
                    <a:ext uri="{9D8B030D-6E8A-4147-A177-3AD203B41FA5}">
                      <a16:colId xmlns:a16="http://schemas.microsoft.com/office/drawing/2014/main" val="779139742"/>
                    </a:ext>
                  </a:extLst>
                </a:gridCol>
                <a:gridCol w="671487">
                  <a:extLst>
                    <a:ext uri="{9D8B030D-6E8A-4147-A177-3AD203B41FA5}">
                      <a16:colId xmlns:a16="http://schemas.microsoft.com/office/drawing/2014/main" val="4269369827"/>
                    </a:ext>
                  </a:extLst>
                </a:gridCol>
                <a:gridCol w="671487">
                  <a:extLst>
                    <a:ext uri="{9D8B030D-6E8A-4147-A177-3AD203B41FA5}">
                      <a16:colId xmlns:a16="http://schemas.microsoft.com/office/drawing/2014/main" val="3471946557"/>
                    </a:ext>
                  </a:extLst>
                </a:gridCol>
                <a:gridCol w="671487">
                  <a:extLst>
                    <a:ext uri="{9D8B030D-6E8A-4147-A177-3AD203B41FA5}">
                      <a16:colId xmlns:a16="http://schemas.microsoft.com/office/drawing/2014/main" val="1201804597"/>
                    </a:ext>
                  </a:extLst>
                </a:gridCol>
                <a:gridCol w="671487">
                  <a:extLst>
                    <a:ext uri="{9D8B030D-6E8A-4147-A177-3AD203B41FA5}">
                      <a16:colId xmlns:a16="http://schemas.microsoft.com/office/drawing/2014/main" val="188279345"/>
                    </a:ext>
                  </a:extLst>
                </a:gridCol>
                <a:gridCol w="671487">
                  <a:extLst>
                    <a:ext uri="{9D8B030D-6E8A-4147-A177-3AD203B41FA5}">
                      <a16:colId xmlns:a16="http://schemas.microsoft.com/office/drawing/2014/main" val="2012014724"/>
                    </a:ext>
                  </a:extLst>
                </a:gridCol>
                <a:gridCol w="671487">
                  <a:extLst>
                    <a:ext uri="{9D8B030D-6E8A-4147-A177-3AD203B41FA5}">
                      <a16:colId xmlns:a16="http://schemas.microsoft.com/office/drawing/2014/main" val="4241932661"/>
                    </a:ext>
                  </a:extLst>
                </a:gridCol>
                <a:gridCol w="671487">
                  <a:extLst>
                    <a:ext uri="{9D8B030D-6E8A-4147-A177-3AD203B41FA5}">
                      <a16:colId xmlns:a16="http://schemas.microsoft.com/office/drawing/2014/main" val="2211112241"/>
                    </a:ext>
                  </a:extLst>
                </a:gridCol>
              </a:tblGrid>
              <a:tr h="370800">
                <a:tc>
                  <a:txBody>
                    <a:bodyPr/>
                    <a:lstStyle/>
                    <a:p>
                      <a:r>
                        <a:rPr lang="sv-SE" sz="1200" b="1" dirty="0"/>
                        <a:t>Aktiviteter</a:t>
                      </a:r>
                    </a:p>
                  </a:txBody>
                  <a:tcPr marL="90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sv-SE" sz="1200" b="1"/>
                        <a:t>Jan</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r>
                        <a:rPr lang="sv-SE" sz="1200" b="1"/>
                        <a:t>Feb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sv-SE" sz="1200" b="1"/>
                        <a:t>Mars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r>
                        <a:rPr lang="sv-SE" sz="1200" b="1"/>
                        <a:t>Apr</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sv-SE" sz="1200" b="1"/>
                        <a:t>Maj</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r>
                        <a:rPr lang="sv-SE" sz="1200" b="1"/>
                        <a:t>Juni</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sv-SE" sz="1200" b="1"/>
                        <a:t>Juli</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r>
                        <a:rPr lang="sv-SE" sz="1200" b="1"/>
                        <a:t>Aug</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sv-SE" sz="1200" b="1"/>
                        <a:t>Sep</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r>
                        <a:rPr lang="sv-SE" sz="1200" b="1"/>
                        <a:t>Okt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sv-SE" sz="1200" b="1"/>
                        <a:t>Nov</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r>
                        <a:rPr lang="sv-SE" sz="1200" b="1"/>
                        <a:t>Dec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77948065"/>
                  </a:ext>
                </a:extLst>
              </a:tr>
              <a:tr h="370800">
                <a:tc>
                  <a:txBody>
                    <a:bodyPr/>
                    <a:lstStyle/>
                    <a:p>
                      <a:r>
                        <a:rPr lang="sv-SE" sz="1200"/>
                        <a:t>Aktivitet 1</a:t>
                      </a:r>
                    </a:p>
                  </a:txBody>
                  <a:tcPr marL="90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3688590"/>
                  </a:ext>
                </a:extLst>
              </a:tr>
              <a:tr h="3708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200"/>
                        <a:t>Aktivitet 2</a:t>
                      </a:r>
                    </a:p>
                  </a:txBody>
                  <a:tcPr marL="90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3772046"/>
                  </a:ext>
                </a:extLst>
              </a:tr>
              <a:tr h="370800">
                <a:tc>
                  <a:txBody>
                    <a:bodyPr/>
                    <a:lstStyle/>
                    <a:p>
                      <a:r>
                        <a:rPr lang="sv-SE" sz="1200"/>
                        <a:t>Aktivitet 3</a:t>
                      </a:r>
                    </a:p>
                  </a:txBody>
                  <a:tcPr marL="90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76354752"/>
                  </a:ext>
                </a:extLst>
              </a:tr>
              <a:tr h="370800">
                <a:tc>
                  <a:txBody>
                    <a:bodyPr/>
                    <a:lstStyle/>
                    <a:p>
                      <a:r>
                        <a:rPr lang="sv-SE" sz="1200"/>
                        <a:t>Aktivitet 4</a:t>
                      </a:r>
                    </a:p>
                  </a:txBody>
                  <a:tcPr marL="90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1589278"/>
                  </a:ext>
                </a:extLst>
              </a:tr>
              <a:tr h="370800">
                <a:tc>
                  <a:txBody>
                    <a:bodyPr/>
                    <a:lstStyle/>
                    <a:p>
                      <a:r>
                        <a:rPr lang="sv-SE" sz="1200"/>
                        <a:t>Aktivitet 5</a:t>
                      </a:r>
                    </a:p>
                  </a:txBody>
                  <a:tcPr marL="90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2543441"/>
                  </a:ext>
                </a:extLst>
              </a:tr>
              <a:tr h="370800">
                <a:tc>
                  <a:txBody>
                    <a:bodyPr/>
                    <a:lstStyle/>
                    <a:p>
                      <a:r>
                        <a:rPr lang="sv-SE" sz="1200"/>
                        <a:t>Aktivitet 6</a:t>
                      </a:r>
                    </a:p>
                  </a:txBody>
                  <a:tcPr marL="90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7340367"/>
                  </a:ext>
                </a:extLst>
              </a:tr>
              <a:tr h="370800">
                <a:tc>
                  <a:txBody>
                    <a:bodyPr/>
                    <a:lstStyle/>
                    <a:p>
                      <a:r>
                        <a:rPr lang="sv-SE" sz="1200"/>
                        <a:t>Aktivitet 7</a:t>
                      </a:r>
                    </a:p>
                  </a:txBody>
                  <a:tcPr marL="90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5622497"/>
                  </a:ext>
                </a:extLst>
              </a:tr>
              <a:tr h="370800">
                <a:tc>
                  <a:txBody>
                    <a:bodyPr/>
                    <a:lstStyle/>
                    <a:p>
                      <a:r>
                        <a:rPr lang="sv-SE" sz="1200"/>
                        <a:t>Aktivitet 8</a:t>
                      </a:r>
                    </a:p>
                  </a:txBody>
                  <a:tcPr marL="90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05551134"/>
                  </a:ext>
                </a:extLst>
              </a:tr>
              <a:tr h="3708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200"/>
                        <a:t>Aktivitet 9</a:t>
                      </a:r>
                    </a:p>
                  </a:txBody>
                  <a:tcPr marL="90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sv-SE" sz="12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1DF"/>
                    </a:solidFill>
                  </a:tcPr>
                </a:tc>
                <a:tc>
                  <a:txBody>
                    <a:bodyPr/>
                    <a:lstStyle/>
                    <a:p>
                      <a:pPr algn="ctr"/>
                      <a:endParaRPr lang="sv-SE" sz="120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24804416"/>
                  </a:ext>
                </a:extLst>
              </a:tr>
            </a:tbl>
          </a:graphicData>
        </a:graphic>
      </p:graphicFrame>
      <p:sp>
        <p:nvSpPr>
          <p:cNvPr id="6" name="Femhörning 5">
            <a:extLst>
              <a:ext uri="{FF2B5EF4-FFF2-40B4-BE49-F238E27FC236}">
                <a16:creationId xmlns:a16="http://schemas.microsoft.com/office/drawing/2014/main" id="{71AF09C4-1D05-80C5-B9CA-74E65FAAE6C8}"/>
              </a:ext>
            </a:extLst>
          </p:cNvPr>
          <p:cNvSpPr/>
          <p:nvPr/>
        </p:nvSpPr>
        <p:spPr>
          <a:xfrm>
            <a:off x="3780000" y="2237764"/>
            <a:ext cx="2041071" cy="180000"/>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378">
              <a:defRPr/>
            </a:pPr>
            <a:endParaRPr lang="sv-SE" sz="400">
              <a:solidFill>
                <a:prstClr val="black">
                  <a:lumMod val="50000"/>
                  <a:lumOff val="50000"/>
                </a:prstClr>
              </a:solidFill>
              <a:latin typeface="Arial"/>
            </a:endParaRPr>
          </a:p>
        </p:txBody>
      </p:sp>
      <p:sp>
        <p:nvSpPr>
          <p:cNvPr id="8" name="Femhörning 7">
            <a:extLst>
              <a:ext uri="{FF2B5EF4-FFF2-40B4-BE49-F238E27FC236}">
                <a16:creationId xmlns:a16="http://schemas.microsoft.com/office/drawing/2014/main" id="{9FFF9FAA-315B-1FD2-AAC1-AD63D97C07FB}"/>
              </a:ext>
            </a:extLst>
          </p:cNvPr>
          <p:cNvSpPr/>
          <p:nvPr/>
        </p:nvSpPr>
        <p:spPr>
          <a:xfrm>
            <a:off x="5112000" y="2609657"/>
            <a:ext cx="2108857" cy="180000"/>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378">
              <a:defRPr/>
            </a:pPr>
            <a:endParaRPr lang="sv-SE" sz="400">
              <a:solidFill>
                <a:prstClr val="black">
                  <a:lumMod val="50000"/>
                  <a:lumOff val="50000"/>
                </a:prstClr>
              </a:solidFill>
              <a:latin typeface="Arial"/>
            </a:endParaRPr>
          </a:p>
        </p:txBody>
      </p:sp>
      <p:sp>
        <p:nvSpPr>
          <p:cNvPr id="9" name="Femhörning 8">
            <a:extLst>
              <a:ext uri="{FF2B5EF4-FFF2-40B4-BE49-F238E27FC236}">
                <a16:creationId xmlns:a16="http://schemas.microsoft.com/office/drawing/2014/main" id="{15FAD53A-FD11-3E66-C0A6-1AC32EBB47B8}"/>
              </a:ext>
            </a:extLst>
          </p:cNvPr>
          <p:cNvSpPr/>
          <p:nvPr/>
        </p:nvSpPr>
        <p:spPr>
          <a:xfrm>
            <a:off x="5111999" y="3339000"/>
            <a:ext cx="3719943" cy="180000"/>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378">
              <a:defRPr/>
            </a:pPr>
            <a:endParaRPr lang="sv-SE" sz="400">
              <a:solidFill>
                <a:prstClr val="black">
                  <a:lumMod val="50000"/>
                  <a:lumOff val="50000"/>
                </a:prstClr>
              </a:solidFill>
              <a:latin typeface="Arial"/>
            </a:endParaRPr>
          </a:p>
        </p:txBody>
      </p:sp>
      <p:sp>
        <p:nvSpPr>
          <p:cNvPr id="10" name="Femhörning 9">
            <a:extLst>
              <a:ext uri="{FF2B5EF4-FFF2-40B4-BE49-F238E27FC236}">
                <a16:creationId xmlns:a16="http://schemas.microsoft.com/office/drawing/2014/main" id="{CD94C3E2-B5ED-40F7-7DF3-5D87F637635B}"/>
              </a:ext>
            </a:extLst>
          </p:cNvPr>
          <p:cNvSpPr/>
          <p:nvPr/>
        </p:nvSpPr>
        <p:spPr>
          <a:xfrm>
            <a:off x="4444842" y="2981648"/>
            <a:ext cx="3367157" cy="180000"/>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378">
              <a:defRPr/>
            </a:pPr>
            <a:endParaRPr lang="sv-SE" sz="400">
              <a:solidFill>
                <a:prstClr val="black">
                  <a:lumMod val="50000"/>
                  <a:lumOff val="50000"/>
                </a:prstClr>
              </a:solidFill>
              <a:latin typeface="Arial"/>
            </a:endParaRPr>
          </a:p>
        </p:txBody>
      </p:sp>
      <p:sp>
        <p:nvSpPr>
          <p:cNvPr id="11" name="Femhörning 10">
            <a:extLst>
              <a:ext uri="{FF2B5EF4-FFF2-40B4-BE49-F238E27FC236}">
                <a16:creationId xmlns:a16="http://schemas.microsoft.com/office/drawing/2014/main" id="{EAB49324-CE30-B43A-8861-2F370E04CD0E}"/>
              </a:ext>
            </a:extLst>
          </p:cNvPr>
          <p:cNvSpPr/>
          <p:nvPr/>
        </p:nvSpPr>
        <p:spPr>
          <a:xfrm>
            <a:off x="7811999" y="3717372"/>
            <a:ext cx="751429" cy="180000"/>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378">
              <a:defRPr/>
            </a:pPr>
            <a:endParaRPr lang="sv-SE" sz="400">
              <a:solidFill>
                <a:prstClr val="black">
                  <a:lumMod val="50000"/>
                  <a:lumOff val="50000"/>
                </a:prstClr>
              </a:solidFill>
              <a:latin typeface="Arial"/>
            </a:endParaRPr>
          </a:p>
        </p:txBody>
      </p:sp>
      <p:sp>
        <p:nvSpPr>
          <p:cNvPr id="12" name="Femhörning 11">
            <a:extLst>
              <a:ext uri="{FF2B5EF4-FFF2-40B4-BE49-F238E27FC236}">
                <a16:creationId xmlns:a16="http://schemas.microsoft.com/office/drawing/2014/main" id="{3592E11B-0847-A905-30B1-7E93FF297413}"/>
              </a:ext>
            </a:extLst>
          </p:cNvPr>
          <p:cNvSpPr/>
          <p:nvPr/>
        </p:nvSpPr>
        <p:spPr>
          <a:xfrm>
            <a:off x="3779999" y="4084587"/>
            <a:ext cx="8051637" cy="180000"/>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378">
              <a:defRPr/>
            </a:pPr>
            <a:endParaRPr lang="sv-SE" sz="400">
              <a:solidFill>
                <a:prstClr val="black">
                  <a:lumMod val="50000"/>
                  <a:lumOff val="50000"/>
                </a:prstClr>
              </a:solidFill>
              <a:latin typeface="Arial"/>
            </a:endParaRPr>
          </a:p>
        </p:txBody>
      </p:sp>
      <p:sp>
        <p:nvSpPr>
          <p:cNvPr id="13" name="Femhörning 12">
            <a:extLst>
              <a:ext uri="{FF2B5EF4-FFF2-40B4-BE49-F238E27FC236}">
                <a16:creationId xmlns:a16="http://schemas.microsoft.com/office/drawing/2014/main" id="{F1687634-974D-A649-C112-7A23142D43D8}"/>
              </a:ext>
            </a:extLst>
          </p:cNvPr>
          <p:cNvSpPr/>
          <p:nvPr/>
        </p:nvSpPr>
        <p:spPr>
          <a:xfrm>
            <a:off x="3780000" y="4449022"/>
            <a:ext cx="8051636" cy="180000"/>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378">
              <a:defRPr/>
            </a:pPr>
            <a:endParaRPr lang="sv-SE" sz="400">
              <a:solidFill>
                <a:prstClr val="black">
                  <a:lumMod val="50000"/>
                  <a:lumOff val="50000"/>
                </a:prstClr>
              </a:solidFill>
              <a:latin typeface="Arial"/>
            </a:endParaRPr>
          </a:p>
        </p:txBody>
      </p:sp>
      <p:sp>
        <p:nvSpPr>
          <p:cNvPr id="14" name="Femhörning 13">
            <a:extLst>
              <a:ext uri="{FF2B5EF4-FFF2-40B4-BE49-F238E27FC236}">
                <a16:creationId xmlns:a16="http://schemas.microsoft.com/office/drawing/2014/main" id="{933A1D01-0E45-AEF6-55B5-3D4BD3F2FC79}"/>
              </a:ext>
            </a:extLst>
          </p:cNvPr>
          <p:cNvSpPr/>
          <p:nvPr/>
        </p:nvSpPr>
        <p:spPr>
          <a:xfrm>
            <a:off x="3780000" y="4833335"/>
            <a:ext cx="6721086" cy="180000"/>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378">
              <a:defRPr/>
            </a:pPr>
            <a:endParaRPr lang="sv-SE" sz="400">
              <a:solidFill>
                <a:prstClr val="black">
                  <a:lumMod val="50000"/>
                  <a:lumOff val="50000"/>
                </a:prstClr>
              </a:solidFill>
              <a:latin typeface="Arial"/>
            </a:endParaRPr>
          </a:p>
        </p:txBody>
      </p:sp>
      <p:sp>
        <p:nvSpPr>
          <p:cNvPr id="3" name="Femhörning 2">
            <a:extLst>
              <a:ext uri="{FF2B5EF4-FFF2-40B4-BE49-F238E27FC236}">
                <a16:creationId xmlns:a16="http://schemas.microsoft.com/office/drawing/2014/main" id="{2836BC10-D289-EC54-A1BC-BBAE956CDE2C}"/>
              </a:ext>
            </a:extLst>
          </p:cNvPr>
          <p:cNvSpPr/>
          <p:nvPr/>
        </p:nvSpPr>
        <p:spPr>
          <a:xfrm>
            <a:off x="3780000" y="5195532"/>
            <a:ext cx="4031999" cy="180000"/>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378">
              <a:defRPr/>
            </a:pPr>
            <a:endParaRPr lang="sv-SE" sz="400">
              <a:solidFill>
                <a:prstClr val="black">
                  <a:lumMod val="50000"/>
                  <a:lumOff val="50000"/>
                </a:prstClr>
              </a:solidFill>
              <a:latin typeface="Arial"/>
            </a:endParaRPr>
          </a:p>
        </p:txBody>
      </p:sp>
      <p:sp>
        <p:nvSpPr>
          <p:cNvPr id="15" name="Rektangel 14">
            <a:extLst>
              <a:ext uri="{FF2B5EF4-FFF2-40B4-BE49-F238E27FC236}">
                <a16:creationId xmlns:a16="http://schemas.microsoft.com/office/drawing/2014/main" id="{F8CA3427-DB59-B984-9CF1-B9D5B85BF6D1}"/>
              </a:ext>
            </a:extLst>
          </p:cNvPr>
          <p:cNvSpPr/>
          <p:nvPr/>
        </p:nvSpPr>
        <p:spPr>
          <a:xfrm>
            <a:off x="5789275" y="1766888"/>
            <a:ext cx="683870" cy="3708000"/>
          </a:xfrm>
          <a:prstGeom prst="rect">
            <a:avLst/>
          </a:prstGeom>
          <a:solidFill>
            <a:srgbClr val="C0EEC2">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2149618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5161792E-E322-724F-0913-8B3F28D66586}"/>
              </a:ext>
            </a:extLst>
          </p:cNvPr>
          <p:cNvSpPr>
            <a:spLocks noGrp="1"/>
          </p:cNvSpPr>
          <p:nvPr>
            <p:ph type="title"/>
          </p:nvPr>
        </p:nvSpPr>
        <p:spPr/>
        <p:txBody>
          <a:bodyPr/>
          <a:lstStyle/>
          <a:p>
            <a:r>
              <a:rPr lang="sv-SE" dirty="0"/>
              <a:t>Exempel aktivitetsplan x</a:t>
            </a:r>
          </a:p>
        </p:txBody>
      </p:sp>
      <p:sp>
        <p:nvSpPr>
          <p:cNvPr id="4" name="Femhörning 3">
            <a:extLst>
              <a:ext uri="{FF2B5EF4-FFF2-40B4-BE49-F238E27FC236}">
                <a16:creationId xmlns:a16="http://schemas.microsoft.com/office/drawing/2014/main" id="{FD390FE4-E94B-BF58-80F0-82EA25DE52AD}"/>
              </a:ext>
            </a:extLst>
          </p:cNvPr>
          <p:cNvSpPr/>
          <p:nvPr/>
        </p:nvSpPr>
        <p:spPr>
          <a:xfrm>
            <a:off x="359400" y="3763799"/>
            <a:ext cx="11473200" cy="360000"/>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378">
              <a:defRPr/>
            </a:pPr>
            <a:endParaRPr lang="sv-SE" sz="400">
              <a:solidFill>
                <a:prstClr val="black">
                  <a:lumMod val="50000"/>
                  <a:lumOff val="50000"/>
                </a:prstClr>
              </a:solidFill>
              <a:latin typeface="Arial"/>
            </a:endParaRPr>
          </a:p>
        </p:txBody>
      </p:sp>
      <p:sp>
        <p:nvSpPr>
          <p:cNvPr id="5" name="textruta 4">
            <a:extLst>
              <a:ext uri="{FF2B5EF4-FFF2-40B4-BE49-F238E27FC236}">
                <a16:creationId xmlns:a16="http://schemas.microsoft.com/office/drawing/2014/main" id="{C013BC97-DDDF-4F3A-6483-1157E61AE966}"/>
              </a:ext>
            </a:extLst>
          </p:cNvPr>
          <p:cNvSpPr txBox="1"/>
          <p:nvPr/>
        </p:nvSpPr>
        <p:spPr>
          <a:xfrm>
            <a:off x="402921" y="3227769"/>
            <a:ext cx="833563" cy="376706"/>
          </a:xfrm>
          <a:prstGeom prst="rect">
            <a:avLst/>
          </a:prstGeom>
          <a:noFill/>
        </p:spPr>
        <p:txBody>
          <a:bodyPr wrap="none" lIns="0" tIns="0" rIns="0" bIns="0" rtlCol="0" anchor="t" anchorCtr="0">
            <a:spAutoFit/>
          </a:bodyPr>
          <a:lstStyle/>
          <a:p>
            <a:pPr algn="ctr">
              <a:lnSpc>
                <a:spcPct val="130000"/>
              </a:lnSpc>
            </a:pPr>
            <a:r>
              <a:rPr lang="sv-SE" sz="1000" dirty="0" err="1"/>
              <a:t>xxxx</a:t>
            </a:r>
            <a:endParaRPr lang="sv-SE" sz="1000" dirty="0"/>
          </a:p>
          <a:p>
            <a:pPr algn="ctr">
              <a:lnSpc>
                <a:spcPct val="130000"/>
              </a:lnSpc>
            </a:pPr>
            <a:r>
              <a:rPr lang="sv-SE" sz="1000" dirty="0" err="1"/>
              <a:t>åååå-mm-dd</a:t>
            </a:r>
            <a:endParaRPr lang="sv-SE" sz="1000" dirty="0"/>
          </a:p>
        </p:txBody>
      </p:sp>
      <p:sp>
        <p:nvSpPr>
          <p:cNvPr id="7" name="Triangel 6">
            <a:extLst>
              <a:ext uri="{FF2B5EF4-FFF2-40B4-BE49-F238E27FC236}">
                <a16:creationId xmlns:a16="http://schemas.microsoft.com/office/drawing/2014/main" id="{9EFE3197-01A2-92F8-69CD-BAC3B6C85A93}"/>
              </a:ext>
            </a:extLst>
          </p:cNvPr>
          <p:cNvSpPr/>
          <p:nvPr/>
        </p:nvSpPr>
        <p:spPr>
          <a:xfrm>
            <a:off x="720000" y="3852000"/>
            <a:ext cx="180000" cy="180000"/>
          </a:xfrm>
          <a:prstGeom prst="triangle">
            <a:avLst/>
          </a:prstGeom>
          <a:solidFill>
            <a:srgbClr val="B3EB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 name="Triangel 7">
            <a:extLst>
              <a:ext uri="{FF2B5EF4-FFF2-40B4-BE49-F238E27FC236}">
                <a16:creationId xmlns:a16="http://schemas.microsoft.com/office/drawing/2014/main" id="{86352823-EFBC-A89C-5FAA-D5DE515A4FF3}"/>
              </a:ext>
            </a:extLst>
          </p:cNvPr>
          <p:cNvSpPr/>
          <p:nvPr/>
        </p:nvSpPr>
        <p:spPr>
          <a:xfrm rot="10800000">
            <a:off x="2122200" y="3852000"/>
            <a:ext cx="180000" cy="180000"/>
          </a:xfrm>
          <a:prstGeom prst="triangle">
            <a:avLst/>
          </a:prstGeom>
          <a:solidFill>
            <a:srgbClr val="B3EB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Triangel 8">
            <a:extLst>
              <a:ext uri="{FF2B5EF4-FFF2-40B4-BE49-F238E27FC236}">
                <a16:creationId xmlns:a16="http://schemas.microsoft.com/office/drawing/2014/main" id="{2E807830-8D2B-7087-9D5C-0F2B5EFFDC6D}"/>
              </a:ext>
            </a:extLst>
          </p:cNvPr>
          <p:cNvSpPr/>
          <p:nvPr/>
        </p:nvSpPr>
        <p:spPr>
          <a:xfrm>
            <a:off x="3524400" y="3852000"/>
            <a:ext cx="180000" cy="180000"/>
          </a:xfrm>
          <a:prstGeom prst="triangle">
            <a:avLst/>
          </a:prstGeom>
          <a:solidFill>
            <a:srgbClr val="B3EB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Triangel 9">
            <a:extLst>
              <a:ext uri="{FF2B5EF4-FFF2-40B4-BE49-F238E27FC236}">
                <a16:creationId xmlns:a16="http://schemas.microsoft.com/office/drawing/2014/main" id="{0FF1BFBE-BF5F-F657-75F5-C068C7246EBF}"/>
              </a:ext>
            </a:extLst>
          </p:cNvPr>
          <p:cNvSpPr/>
          <p:nvPr/>
        </p:nvSpPr>
        <p:spPr>
          <a:xfrm rot="10800000">
            <a:off x="4926600" y="3852000"/>
            <a:ext cx="180000" cy="180000"/>
          </a:xfrm>
          <a:prstGeom prst="triangle">
            <a:avLst/>
          </a:prstGeom>
          <a:solidFill>
            <a:srgbClr val="B3EB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Triangel 10">
            <a:extLst>
              <a:ext uri="{FF2B5EF4-FFF2-40B4-BE49-F238E27FC236}">
                <a16:creationId xmlns:a16="http://schemas.microsoft.com/office/drawing/2014/main" id="{7984A61C-3B5C-704C-F9D5-FE217751EB5C}"/>
              </a:ext>
            </a:extLst>
          </p:cNvPr>
          <p:cNvSpPr/>
          <p:nvPr/>
        </p:nvSpPr>
        <p:spPr>
          <a:xfrm>
            <a:off x="6328800" y="3852000"/>
            <a:ext cx="180000" cy="180000"/>
          </a:xfrm>
          <a:prstGeom prst="triangle">
            <a:avLst/>
          </a:prstGeom>
          <a:solidFill>
            <a:srgbClr val="B3EB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Triangel 11">
            <a:extLst>
              <a:ext uri="{FF2B5EF4-FFF2-40B4-BE49-F238E27FC236}">
                <a16:creationId xmlns:a16="http://schemas.microsoft.com/office/drawing/2014/main" id="{E8DA4725-FC30-03E7-B7F4-B5BF1EB0D327}"/>
              </a:ext>
            </a:extLst>
          </p:cNvPr>
          <p:cNvSpPr/>
          <p:nvPr/>
        </p:nvSpPr>
        <p:spPr>
          <a:xfrm rot="10800000">
            <a:off x="7731000" y="3852000"/>
            <a:ext cx="180000" cy="180000"/>
          </a:xfrm>
          <a:prstGeom prst="triangle">
            <a:avLst/>
          </a:prstGeom>
          <a:solidFill>
            <a:srgbClr val="B3EB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3" name="Triangel 12">
            <a:extLst>
              <a:ext uri="{FF2B5EF4-FFF2-40B4-BE49-F238E27FC236}">
                <a16:creationId xmlns:a16="http://schemas.microsoft.com/office/drawing/2014/main" id="{FF1E6DA7-F83A-FD90-F41D-64BDA83C7711}"/>
              </a:ext>
            </a:extLst>
          </p:cNvPr>
          <p:cNvSpPr/>
          <p:nvPr/>
        </p:nvSpPr>
        <p:spPr>
          <a:xfrm>
            <a:off x="9133200" y="3852000"/>
            <a:ext cx="180000" cy="180000"/>
          </a:xfrm>
          <a:prstGeom prst="triangle">
            <a:avLst/>
          </a:prstGeom>
          <a:solidFill>
            <a:srgbClr val="B3EB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4" name="textruta 13">
            <a:extLst>
              <a:ext uri="{FF2B5EF4-FFF2-40B4-BE49-F238E27FC236}">
                <a16:creationId xmlns:a16="http://schemas.microsoft.com/office/drawing/2014/main" id="{269A5510-67E0-73C7-087B-936F681651B3}"/>
              </a:ext>
            </a:extLst>
          </p:cNvPr>
          <p:cNvSpPr txBox="1"/>
          <p:nvPr/>
        </p:nvSpPr>
        <p:spPr>
          <a:xfrm>
            <a:off x="1795418" y="4212000"/>
            <a:ext cx="833563" cy="376706"/>
          </a:xfrm>
          <a:prstGeom prst="rect">
            <a:avLst/>
          </a:prstGeom>
          <a:noFill/>
        </p:spPr>
        <p:txBody>
          <a:bodyPr wrap="none" lIns="0" tIns="0" rIns="0" bIns="0" rtlCol="0" anchor="t" anchorCtr="0">
            <a:spAutoFit/>
          </a:bodyPr>
          <a:lstStyle/>
          <a:p>
            <a:pPr algn="ctr">
              <a:lnSpc>
                <a:spcPct val="130000"/>
              </a:lnSpc>
            </a:pPr>
            <a:r>
              <a:rPr lang="sv-SE" sz="1000" err="1"/>
              <a:t>xxxx</a:t>
            </a:r>
            <a:endParaRPr lang="sv-SE" sz="1000"/>
          </a:p>
          <a:p>
            <a:pPr algn="ctr">
              <a:lnSpc>
                <a:spcPct val="130000"/>
              </a:lnSpc>
            </a:pPr>
            <a:r>
              <a:rPr lang="sv-SE" sz="1000" err="1"/>
              <a:t>åååå-mm-dd</a:t>
            </a:r>
            <a:endParaRPr lang="sv-SE" sz="1000"/>
          </a:p>
        </p:txBody>
      </p:sp>
      <p:sp>
        <p:nvSpPr>
          <p:cNvPr id="15" name="textruta 14">
            <a:extLst>
              <a:ext uri="{FF2B5EF4-FFF2-40B4-BE49-F238E27FC236}">
                <a16:creationId xmlns:a16="http://schemas.microsoft.com/office/drawing/2014/main" id="{2F95CCD4-B60D-48B3-64D3-DE4E53757512}"/>
              </a:ext>
            </a:extLst>
          </p:cNvPr>
          <p:cNvSpPr txBox="1"/>
          <p:nvPr/>
        </p:nvSpPr>
        <p:spPr>
          <a:xfrm>
            <a:off x="3207321" y="3227769"/>
            <a:ext cx="833563" cy="376706"/>
          </a:xfrm>
          <a:prstGeom prst="rect">
            <a:avLst/>
          </a:prstGeom>
          <a:noFill/>
        </p:spPr>
        <p:txBody>
          <a:bodyPr wrap="none" lIns="0" tIns="0" rIns="0" bIns="0" rtlCol="0" anchor="t" anchorCtr="0">
            <a:spAutoFit/>
          </a:bodyPr>
          <a:lstStyle/>
          <a:p>
            <a:pPr algn="ctr">
              <a:lnSpc>
                <a:spcPct val="130000"/>
              </a:lnSpc>
            </a:pPr>
            <a:r>
              <a:rPr lang="sv-SE" sz="1000" err="1"/>
              <a:t>xxxx</a:t>
            </a:r>
            <a:endParaRPr lang="sv-SE" sz="1000"/>
          </a:p>
          <a:p>
            <a:pPr algn="ctr">
              <a:lnSpc>
                <a:spcPct val="130000"/>
              </a:lnSpc>
            </a:pPr>
            <a:r>
              <a:rPr lang="sv-SE" sz="1000" err="1"/>
              <a:t>åååå-mm-dd</a:t>
            </a:r>
            <a:endParaRPr lang="sv-SE" sz="1000"/>
          </a:p>
        </p:txBody>
      </p:sp>
      <p:sp>
        <p:nvSpPr>
          <p:cNvPr id="16" name="textruta 15">
            <a:extLst>
              <a:ext uri="{FF2B5EF4-FFF2-40B4-BE49-F238E27FC236}">
                <a16:creationId xmlns:a16="http://schemas.microsoft.com/office/drawing/2014/main" id="{DE43D2C7-C769-EF6F-5947-1E46923B126D}"/>
              </a:ext>
            </a:extLst>
          </p:cNvPr>
          <p:cNvSpPr txBox="1"/>
          <p:nvPr/>
        </p:nvSpPr>
        <p:spPr>
          <a:xfrm>
            <a:off x="4599578" y="4242144"/>
            <a:ext cx="833563" cy="376706"/>
          </a:xfrm>
          <a:prstGeom prst="rect">
            <a:avLst/>
          </a:prstGeom>
          <a:noFill/>
        </p:spPr>
        <p:txBody>
          <a:bodyPr wrap="none" lIns="0" tIns="0" rIns="0" bIns="0" rtlCol="0" anchor="t" anchorCtr="0">
            <a:spAutoFit/>
          </a:bodyPr>
          <a:lstStyle/>
          <a:p>
            <a:pPr algn="ctr">
              <a:lnSpc>
                <a:spcPct val="130000"/>
              </a:lnSpc>
            </a:pPr>
            <a:r>
              <a:rPr lang="sv-SE" sz="1000" err="1"/>
              <a:t>xxxx</a:t>
            </a:r>
            <a:endParaRPr lang="sv-SE" sz="1000"/>
          </a:p>
          <a:p>
            <a:pPr algn="ctr">
              <a:lnSpc>
                <a:spcPct val="130000"/>
              </a:lnSpc>
            </a:pPr>
            <a:r>
              <a:rPr lang="sv-SE" sz="1000" err="1"/>
              <a:t>åååå-mm-dd</a:t>
            </a:r>
            <a:endParaRPr lang="sv-SE" sz="1000"/>
          </a:p>
        </p:txBody>
      </p:sp>
      <p:sp>
        <p:nvSpPr>
          <p:cNvPr id="17" name="textruta 16">
            <a:extLst>
              <a:ext uri="{FF2B5EF4-FFF2-40B4-BE49-F238E27FC236}">
                <a16:creationId xmlns:a16="http://schemas.microsoft.com/office/drawing/2014/main" id="{13743770-D32E-05A3-C6D8-079B6DD8E212}"/>
              </a:ext>
            </a:extLst>
          </p:cNvPr>
          <p:cNvSpPr txBox="1"/>
          <p:nvPr/>
        </p:nvSpPr>
        <p:spPr>
          <a:xfrm>
            <a:off x="7403738" y="4242144"/>
            <a:ext cx="833563" cy="376706"/>
          </a:xfrm>
          <a:prstGeom prst="rect">
            <a:avLst/>
          </a:prstGeom>
          <a:noFill/>
        </p:spPr>
        <p:txBody>
          <a:bodyPr wrap="none" lIns="0" tIns="0" rIns="0" bIns="0" rtlCol="0" anchor="t" anchorCtr="0">
            <a:spAutoFit/>
          </a:bodyPr>
          <a:lstStyle/>
          <a:p>
            <a:pPr algn="ctr">
              <a:lnSpc>
                <a:spcPct val="130000"/>
              </a:lnSpc>
            </a:pPr>
            <a:r>
              <a:rPr lang="sv-SE" sz="1000" err="1"/>
              <a:t>xxxx</a:t>
            </a:r>
            <a:endParaRPr lang="sv-SE" sz="1000"/>
          </a:p>
          <a:p>
            <a:pPr algn="ctr">
              <a:lnSpc>
                <a:spcPct val="130000"/>
              </a:lnSpc>
            </a:pPr>
            <a:r>
              <a:rPr lang="sv-SE" sz="1000" err="1"/>
              <a:t>åååå-mm-dd</a:t>
            </a:r>
            <a:endParaRPr lang="sv-SE" sz="1000"/>
          </a:p>
        </p:txBody>
      </p:sp>
      <p:sp>
        <p:nvSpPr>
          <p:cNvPr id="18" name="textruta 17">
            <a:extLst>
              <a:ext uri="{FF2B5EF4-FFF2-40B4-BE49-F238E27FC236}">
                <a16:creationId xmlns:a16="http://schemas.microsoft.com/office/drawing/2014/main" id="{D747BE50-AF5F-B434-E698-07A4577A5EF5}"/>
              </a:ext>
            </a:extLst>
          </p:cNvPr>
          <p:cNvSpPr txBox="1"/>
          <p:nvPr/>
        </p:nvSpPr>
        <p:spPr>
          <a:xfrm>
            <a:off x="6005385" y="3227769"/>
            <a:ext cx="833563" cy="376706"/>
          </a:xfrm>
          <a:prstGeom prst="rect">
            <a:avLst/>
          </a:prstGeom>
          <a:noFill/>
        </p:spPr>
        <p:txBody>
          <a:bodyPr wrap="none" lIns="0" tIns="0" rIns="0" bIns="0" rtlCol="0" anchor="t" anchorCtr="0">
            <a:spAutoFit/>
          </a:bodyPr>
          <a:lstStyle/>
          <a:p>
            <a:pPr algn="ctr">
              <a:lnSpc>
                <a:spcPct val="130000"/>
              </a:lnSpc>
            </a:pPr>
            <a:r>
              <a:rPr lang="sv-SE" sz="1000" err="1"/>
              <a:t>xxxx</a:t>
            </a:r>
            <a:endParaRPr lang="sv-SE" sz="1000"/>
          </a:p>
          <a:p>
            <a:pPr algn="ctr">
              <a:lnSpc>
                <a:spcPct val="130000"/>
              </a:lnSpc>
            </a:pPr>
            <a:r>
              <a:rPr lang="sv-SE" sz="1000" err="1"/>
              <a:t>åååå-mm-dd</a:t>
            </a:r>
            <a:endParaRPr lang="sv-SE" sz="1000"/>
          </a:p>
        </p:txBody>
      </p:sp>
      <p:sp>
        <p:nvSpPr>
          <p:cNvPr id="19" name="textruta 18">
            <a:extLst>
              <a:ext uri="{FF2B5EF4-FFF2-40B4-BE49-F238E27FC236}">
                <a16:creationId xmlns:a16="http://schemas.microsoft.com/office/drawing/2014/main" id="{68CB9648-A726-CAA0-3E82-F6DBDD405566}"/>
              </a:ext>
            </a:extLst>
          </p:cNvPr>
          <p:cNvSpPr txBox="1"/>
          <p:nvPr/>
        </p:nvSpPr>
        <p:spPr>
          <a:xfrm>
            <a:off x="8815641" y="3227769"/>
            <a:ext cx="833563" cy="376706"/>
          </a:xfrm>
          <a:prstGeom prst="rect">
            <a:avLst/>
          </a:prstGeom>
          <a:noFill/>
        </p:spPr>
        <p:txBody>
          <a:bodyPr wrap="none" lIns="0" tIns="0" rIns="0" bIns="0" rtlCol="0" anchor="t" anchorCtr="0">
            <a:spAutoFit/>
          </a:bodyPr>
          <a:lstStyle/>
          <a:p>
            <a:pPr algn="ctr">
              <a:lnSpc>
                <a:spcPct val="130000"/>
              </a:lnSpc>
            </a:pPr>
            <a:r>
              <a:rPr lang="sv-SE" sz="1000" err="1"/>
              <a:t>xxxx</a:t>
            </a:r>
            <a:endParaRPr lang="sv-SE" sz="1000"/>
          </a:p>
          <a:p>
            <a:pPr algn="ctr">
              <a:lnSpc>
                <a:spcPct val="130000"/>
              </a:lnSpc>
            </a:pPr>
            <a:r>
              <a:rPr lang="sv-SE" sz="1000" err="1"/>
              <a:t>åååå-mm-dd</a:t>
            </a:r>
            <a:endParaRPr lang="sv-SE" sz="1000"/>
          </a:p>
        </p:txBody>
      </p:sp>
    </p:spTree>
    <p:extLst>
      <p:ext uri="{BB962C8B-B14F-4D97-AF65-F5344CB8AC3E}">
        <p14:creationId xmlns:p14="http://schemas.microsoft.com/office/powerpoint/2010/main" val="4046084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39FF790-45A8-764F-382A-FCA422917967}"/>
              </a:ext>
            </a:extLst>
          </p:cNvPr>
          <p:cNvSpPr>
            <a:spLocks noGrp="1"/>
          </p:cNvSpPr>
          <p:nvPr>
            <p:ph type="ctrTitle"/>
          </p:nvPr>
        </p:nvSpPr>
        <p:spPr/>
        <p:txBody>
          <a:bodyPr/>
          <a:lstStyle/>
          <a:p>
            <a:endParaRPr lang="sv-SE"/>
          </a:p>
        </p:txBody>
      </p:sp>
      <p:sp>
        <p:nvSpPr>
          <p:cNvPr id="3" name="Underrubrik 2">
            <a:extLst>
              <a:ext uri="{FF2B5EF4-FFF2-40B4-BE49-F238E27FC236}">
                <a16:creationId xmlns:a16="http://schemas.microsoft.com/office/drawing/2014/main" id="{FDB4E46C-8895-8A65-2D76-E320F4DD0DA9}"/>
              </a:ext>
            </a:extLst>
          </p:cNvPr>
          <p:cNvSpPr>
            <a:spLocks noGrp="1"/>
          </p:cNvSpPr>
          <p:nvPr>
            <p:ph type="subTitle" idx="1"/>
          </p:nvPr>
        </p:nvSpPr>
        <p:spPr/>
        <p:txBody>
          <a:bodyPr/>
          <a:lstStyle/>
          <a:p>
            <a:endParaRPr lang="sv-SE"/>
          </a:p>
        </p:txBody>
      </p:sp>
      <p:sp>
        <p:nvSpPr>
          <p:cNvPr id="4" name="Platshållare för datum 3">
            <a:extLst>
              <a:ext uri="{FF2B5EF4-FFF2-40B4-BE49-F238E27FC236}">
                <a16:creationId xmlns:a16="http://schemas.microsoft.com/office/drawing/2014/main" id="{FBBA16B8-B909-0FC7-4C13-F7AD69B13628}"/>
              </a:ext>
            </a:extLst>
          </p:cNvPr>
          <p:cNvSpPr>
            <a:spLocks noGrp="1"/>
          </p:cNvSpPr>
          <p:nvPr>
            <p:ph type="dt" sz="half" idx="4294967295"/>
          </p:nvPr>
        </p:nvSpPr>
        <p:spPr>
          <a:xfrm>
            <a:off x="10901363" y="136525"/>
            <a:ext cx="908050" cy="141687"/>
          </a:xfrm>
          <a:prstGeom prst="rect">
            <a:avLst/>
          </a:prstGeom>
        </p:spPr>
        <p:txBody>
          <a:bodyPr/>
          <a:lstStyle/>
          <a:p>
            <a:fld id="{5E3A550C-F865-4F24-A199-8327E2BCB957}" type="datetime1">
              <a:rPr lang="sv-SE" smtClean="0"/>
              <a:t>2026-10-19</a:t>
            </a:fld>
            <a:endParaRPr lang="sv-SE"/>
          </a:p>
        </p:txBody>
      </p:sp>
    </p:spTree>
    <p:extLst>
      <p:ext uri="{BB962C8B-B14F-4D97-AF65-F5344CB8AC3E}">
        <p14:creationId xmlns:p14="http://schemas.microsoft.com/office/powerpoint/2010/main" val="1368260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B441AC0C-90CC-01E0-B7A7-25E926BC4864}"/>
              </a:ext>
            </a:extLst>
          </p:cNvPr>
          <p:cNvSpPr>
            <a:spLocks noGrp="1"/>
          </p:cNvSpPr>
          <p:nvPr>
            <p:ph type="dt" sz="half" idx="10"/>
          </p:nvPr>
        </p:nvSpPr>
        <p:spPr/>
        <p:txBody>
          <a:bodyPr/>
          <a:lstStyle/>
          <a:p>
            <a:fld id="{2C27F1BA-72EB-4857-AA42-B15224BA00B9}" type="datetime1">
              <a:rPr lang="sv-SE" smtClean="0"/>
              <a:t>2026-10-19</a:t>
            </a:fld>
            <a:endParaRPr lang="sv-SE"/>
          </a:p>
        </p:txBody>
      </p:sp>
      <p:sp>
        <p:nvSpPr>
          <p:cNvPr id="3" name="Platshållare för sidfot 2">
            <a:extLst>
              <a:ext uri="{FF2B5EF4-FFF2-40B4-BE49-F238E27FC236}">
                <a16:creationId xmlns:a16="http://schemas.microsoft.com/office/drawing/2014/main" id="{4175813E-F3C6-7664-8262-0DB2C84F2598}"/>
              </a:ext>
            </a:extLst>
          </p:cNvPr>
          <p:cNvSpPr>
            <a:spLocks noGrp="1"/>
          </p:cNvSpPr>
          <p:nvPr>
            <p:ph type="ftr" sz="quarter" idx="11"/>
          </p:nvPr>
        </p:nvSpPr>
        <p:spPr/>
        <p:txBody>
          <a:bodyPr/>
          <a:lstStyle/>
          <a:p>
            <a:r>
              <a:rPr lang="sv-SE"/>
              <a:t>Sahlgrenska Universitetssjukhuset</a:t>
            </a:r>
          </a:p>
        </p:txBody>
      </p:sp>
      <p:sp>
        <p:nvSpPr>
          <p:cNvPr id="4" name="Rubrik 3">
            <a:extLst>
              <a:ext uri="{FF2B5EF4-FFF2-40B4-BE49-F238E27FC236}">
                <a16:creationId xmlns:a16="http://schemas.microsoft.com/office/drawing/2014/main" id="{1145301D-E100-B458-ECCD-7BC10A493704}"/>
              </a:ext>
            </a:extLst>
          </p:cNvPr>
          <p:cNvSpPr>
            <a:spLocks noGrp="1"/>
          </p:cNvSpPr>
          <p:nvPr>
            <p:ph type="title"/>
          </p:nvPr>
        </p:nvSpPr>
        <p:spPr>
          <a:xfrm>
            <a:off x="1100667" y="433954"/>
            <a:ext cx="9666187" cy="1047750"/>
          </a:xfrm>
        </p:spPr>
        <p:txBody>
          <a:bodyPr/>
          <a:lstStyle/>
          <a:p>
            <a:endParaRPr lang="sv-SE"/>
          </a:p>
        </p:txBody>
      </p:sp>
      <p:sp>
        <p:nvSpPr>
          <p:cNvPr id="5" name="Platshållare för innehåll 4">
            <a:extLst>
              <a:ext uri="{FF2B5EF4-FFF2-40B4-BE49-F238E27FC236}">
                <a16:creationId xmlns:a16="http://schemas.microsoft.com/office/drawing/2014/main" id="{F2B85002-AF0F-3344-80AB-80C6C09CDD8E}"/>
              </a:ext>
            </a:extLst>
          </p:cNvPr>
          <p:cNvSpPr>
            <a:spLocks noGrp="1"/>
          </p:cNvSpPr>
          <p:nvPr>
            <p:ph sz="quarter" idx="4294967295"/>
          </p:nvPr>
        </p:nvSpPr>
        <p:spPr>
          <a:xfrm>
            <a:off x="1092200" y="2121960"/>
            <a:ext cx="9674654" cy="3756990"/>
          </a:xfrm>
        </p:spPr>
        <p:txBody>
          <a:bodyPr/>
          <a:lstStyle/>
          <a:p>
            <a:endParaRPr lang="sv-SE" dirty="0"/>
          </a:p>
        </p:txBody>
      </p:sp>
    </p:spTree>
    <p:extLst>
      <p:ext uri="{BB962C8B-B14F-4D97-AF65-F5344CB8AC3E}">
        <p14:creationId xmlns:p14="http://schemas.microsoft.com/office/powerpoint/2010/main" val="1258620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E6A5F64-4B54-2182-755D-FEAF791BD4C1}"/>
              </a:ext>
            </a:extLst>
          </p:cNvPr>
          <p:cNvSpPr>
            <a:spLocks noGrp="1"/>
          </p:cNvSpPr>
          <p:nvPr>
            <p:ph type="title"/>
          </p:nvPr>
        </p:nvSpPr>
        <p:spPr/>
        <p:txBody>
          <a:bodyPr/>
          <a:lstStyle/>
          <a:p>
            <a:endParaRPr lang="sv-SE"/>
          </a:p>
        </p:txBody>
      </p:sp>
      <p:sp>
        <p:nvSpPr>
          <p:cNvPr id="3" name="Platshållare för innehåll 2">
            <a:extLst>
              <a:ext uri="{FF2B5EF4-FFF2-40B4-BE49-F238E27FC236}">
                <a16:creationId xmlns:a16="http://schemas.microsoft.com/office/drawing/2014/main" id="{7D977438-0A90-C105-DD02-EF1D93A1DF14}"/>
              </a:ext>
            </a:extLst>
          </p:cNvPr>
          <p:cNvSpPr>
            <a:spLocks noGrp="1"/>
          </p:cNvSpPr>
          <p:nvPr>
            <p:ph sz="quarter" idx="13"/>
          </p:nvPr>
        </p:nvSpPr>
        <p:spPr/>
        <p:txBody>
          <a:bodyPr/>
          <a:lstStyle/>
          <a:p>
            <a:endParaRPr lang="sv-SE"/>
          </a:p>
        </p:txBody>
      </p:sp>
      <p:sp>
        <p:nvSpPr>
          <p:cNvPr id="4" name="Platshållare för datum 3">
            <a:extLst>
              <a:ext uri="{FF2B5EF4-FFF2-40B4-BE49-F238E27FC236}">
                <a16:creationId xmlns:a16="http://schemas.microsoft.com/office/drawing/2014/main" id="{23446B55-D07F-FE68-B2A6-B3A022821A71}"/>
              </a:ext>
            </a:extLst>
          </p:cNvPr>
          <p:cNvSpPr>
            <a:spLocks noGrp="1"/>
          </p:cNvSpPr>
          <p:nvPr>
            <p:ph type="dt" sz="half" idx="14"/>
          </p:nvPr>
        </p:nvSpPr>
        <p:spPr/>
        <p:txBody>
          <a:bodyPr/>
          <a:lstStyle/>
          <a:p>
            <a:fld id="{2683CE48-9A04-4EAD-ACE6-F96EF5477165}" type="datetime1">
              <a:rPr lang="sv-SE" smtClean="0"/>
              <a:t>2026-10-19</a:t>
            </a:fld>
            <a:endParaRPr lang="sv-SE"/>
          </a:p>
        </p:txBody>
      </p:sp>
      <p:sp>
        <p:nvSpPr>
          <p:cNvPr id="5" name="Platshållare för sidfot 4">
            <a:extLst>
              <a:ext uri="{FF2B5EF4-FFF2-40B4-BE49-F238E27FC236}">
                <a16:creationId xmlns:a16="http://schemas.microsoft.com/office/drawing/2014/main" id="{EDE74BA1-72B3-0979-3269-7409893A0ECF}"/>
              </a:ext>
            </a:extLst>
          </p:cNvPr>
          <p:cNvSpPr>
            <a:spLocks noGrp="1"/>
          </p:cNvSpPr>
          <p:nvPr>
            <p:ph type="ftr" sz="quarter" idx="15"/>
          </p:nvPr>
        </p:nvSpPr>
        <p:spPr/>
        <p:txBody>
          <a:bodyPr/>
          <a:lstStyle/>
          <a:p>
            <a:r>
              <a:rPr lang="sv-SE"/>
              <a:t>Sahlgrenska Universitetssjukhuset</a:t>
            </a:r>
          </a:p>
        </p:txBody>
      </p:sp>
    </p:spTree>
    <p:extLst>
      <p:ext uri="{BB962C8B-B14F-4D97-AF65-F5344CB8AC3E}">
        <p14:creationId xmlns:p14="http://schemas.microsoft.com/office/powerpoint/2010/main" val="4029799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03C9A0C-E973-B0BA-5F10-1813AF29FAF5}"/>
              </a:ext>
            </a:extLst>
          </p:cNvPr>
          <p:cNvSpPr>
            <a:spLocks noGrp="1"/>
          </p:cNvSpPr>
          <p:nvPr>
            <p:ph type="title"/>
          </p:nvPr>
        </p:nvSpPr>
        <p:spPr/>
        <p:txBody>
          <a:bodyPr/>
          <a:lstStyle/>
          <a:p>
            <a:endParaRPr lang="sv-SE"/>
          </a:p>
        </p:txBody>
      </p:sp>
      <p:sp>
        <p:nvSpPr>
          <p:cNvPr id="3" name="Platshållare för innehåll 2">
            <a:extLst>
              <a:ext uri="{FF2B5EF4-FFF2-40B4-BE49-F238E27FC236}">
                <a16:creationId xmlns:a16="http://schemas.microsoft.com/office/drawing/2014/main" id="{F76EAB1A-E258-6214-E0E3-BE885FA6476C}"/>
              </a:ext>
            </a:extLst>
          </p:cNvPr>
          <p:cNvSpPr>
            <a:spLocks noGrp="1"/>
          </p:cNvSpPr>
          <p:nvPr>
            <p:ph idx="1"/>
          </p:nvPr>
        </p:nvSpPr>
        <p:spPr/>
        <p:txBody>
          <a:bodyPr/>
          <a:lstStyle/>
          <a:p>
            <a:endParaRPr lang="sv-SE"/>
          </a:p>
        </p:txBody>
      </p:sp>
      <p:sp>
        <p:nvSpPr>
          <p:cNvPr id="4" name="Platshållare för bild 3">
            <a:extLst>
              <a:ext uri="{FF2B5EF4-FFF2-40B4-BE49-F238E27FC236}">
                <a16:creationId xmlns:a16="http://schemas.microsoft.com/office/drawing/2014/main" id="{8B534AF1-DADD-DDC7-6F3D-8EEDDA453A7C}"/>
              </a:ext>
            </a:extLst>
          </p:cNvPr>
          <p:cNvSpPr>
            <a:spLocks noGrp="1"/>
          </p:cNvSpPr>
          <p:nvPr>
            <p:ph type="pic" sz="quarter" idx="27"/>
          </p:nvPr>
        </p:nvSpPr>
        <p:spPr/>
        <p:txBody>
          <a:bodyPr/>
          <a:lstStyle/>
          <a:p>
            <a:endParaRPr lang="sv-SE"/>
          </a:p>
        </p:txBody>
      </p:sp>
      <p:sp>
        <p:nvSpPr>
          <p:cNvPr id="5" name="Platshållare för datum 4">
            <a:extLst>
              <a:ext uri="{FF2B5EF4-FFF2-40B4-BE49-F238E27FC236}">
                <a16:creationId xmlns:a16="http://schemas.microsoft.com/office/drawing/2014/main" id="{38CFE932-700D-9D61-948A-4A7A2443B238}"/>
              </a:ext>
            </a:extLst>
          </p:cNvPr>
          <p:cNvSpPr>
            <a:spLocks noGrp="1"/>
          </p:cNvSpPr>
          <p:nvPr>
            <p:ph type="dt" sz="half" idx="15"/>
          </p:nvPr>
        </p:nvSpPr>
        <p:spPr/>
        <p:txBody>
          <a:bodyPr/>
          <a:lstStyle/>
          <a:p>
            <a:fld id="{4B776B95-268A-4CFA-BBA5-9ACA910E4F80}" type="datetime1">
              <a:rPr lang="sv-SE" smtClean="0"/>
              <a:t>2026-10-19</a:t>
            </a:fld>
            <a:endParaRPr lang="sv-SE"/>
          </a:p>
        </p:txBody>
      </p:sp>
      <p:sp>
        <p:nvSpPr>
          <p:cNvPr id="6" name="Platshållare för sidfot 5">
            <a:extLst>
              <a:ext uri="{FF2B5EF4-FFF2-40B4-BE49-F238E27FC236}">
                <a16:creationId xmlns:a16="http://schemas.microsoft.com/office/drawing/2014/main" id="{F38D8401-D830-9A54-A599-F88CB7CEF5D7}"/>
              </a:ext>
            </a:extLst>
          </p:cNvPr>
          <p:cNvSpPr>
            <a:spLocks noGrp="1"/>
          </p:cNvSpPr>
          <p:nvPr>
            <p:ph type="ftr" sz="quarter" idx="16"/>
          </p:nvPr>
        </p:nvSpPr>
        <p:spPr/>
        <p:txBody>
          <a:bodyPr/>
          <a:lstStyle/>
          <a:p>
            <a:r>
              <a:rPr lang="sv-SE"/>
              <a:t>Sahlgrenska Universitetssjukhuset</a:t>
            </a:r>
          </a:p>
        </p:txBody>
      </p:sp>
    </p:spTree>
    <p:extLst>
      <p:ext uri="{BB962C8B-B14F-4D97-AF65-F5344CB8AC3E}">
        <p14:creationId xmlns:p14="http://schemas.microsoft.com/office/powerpoint/2010/main" val="3584758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 1">
            <a:extLst>
              <a:ext uri="{FF2B5EF4-FFF2-40B4-BE49-F238E27FC236}">
                <a16:creationId xmlns:a16="http://schemas.microsoft.com/office/drawing/2014/main" id="{C57FD221-7E20-61FC-34FB-F03EDFB391EB}"/>
              </a:ext>
            </a:extLst>
          </p:cNvPr>
          <p:cNvSpPr>
            <a:spLocks noGrp="1"/>
          </p:cNvSpPr>
          <p:nvPr>
            <p:ph type="pic" sz="quarter" idx="13"/>
          </p:nvPr>
        </p:nvSpPr>
        <p:spPr/>
        <p:txBody>
          <a:bodyPr/>
          <a:lstStyle/>
          <a:p>
            <a:endParaRPr lang="sv-SE"/>
          </a:p>
        </p:txBody>
      </p:sp>
      <p:sp>
        <p:nvSpPr>
          <p:cNvPr id="3" name="Platshållare för datum 2">
            <a:extLst>
              <a:ext uri="{FF2B5EF4-FFF2-40B4-BE49-F238E27FC236}">
                <a16:creationId xmlns:a16="http://schemas.microsoft.com/office/drawing/2014/main" id="{D66D4589-3D31-D8CE-7B6D-158375BEE306}"/>
              </a:ext>
            </a:extLst>
          </p:cNvPr>
          <p:cNvSpPr>
            <a:spLocks noGrp="1"/>
          </p:cNvSpPr>
          <p:nvPr>
            <p:ph type="dt" sz="half" idx="14"/>
          </p:nvPr>
        </p:nvSpPr>
        <p:spPr/>
        <p:txBody>
          <a:bodyPr/>
          <a:lstStyle/>
          <a:p>
            <a:fld id="{CF936256-C231-4A85-ABBC-B9D46D6BA76A}" type="datetime1">
              <a:rPr lang="sv-SE" smtClean="0"/>
              <a:t>2026-10-19</a:t>
            </a:fld>
            <a:endParaRPr lang="sv-SE"/>
          </a:p>
        </p:txBody>
      </p:sp>
      <p:sp>
        <p:nvSpPr>
          <p:cNvPr id="4" name="Platshållare för sidfot 3">
            <a:extLst>
              <a:ext uri="{FF2B5EF4-FFF2-40B4-BE49-F238E27FC236}">
                <a16:creationId xmlns:a16="http://schemas.microsoft.com/office/drawing/2014/main" id="{45C00C73-732D-06B6-FC04-FB22E4AADD54}"/>
              </a:ext>
            </a:extLst>
          </p:cNvPr>
          <p:cNvSpPr>
            <a:spLocks noGrp="1"/>
          </p:cNvSpPr>
          <p:nvPr>
            <p:ph type="ftr" sz="quarter" idx="15"/>
          </p:nvPr>
        </p:nvSpPr>
        <p:spPr/>
        <p:txBody>
          <a:bodyPr/>
          <a:lstStyle/>
          <a:p>
            <a:r>
              <a:rPr lang="sv-SE"/>
              <a:t>Sahlgrenska Universitetssjukhuset</a:t>
            </a:r>
          </a:p>
        </p:txBody>
      </p:sp>
    </p:spTree>
    <p:extLst>
      <p:ext uri="{BB962C8B-B14F-4D97-AF65-F5344CB8AC3E}">
        <p14:creationId xmlns:p14="http://schemas.microsoft.com/office/powerpoint/2010/main" val="1188511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E3C3A6A2-61ED-6503-9838-743507A50FCA}"/>
              </a:ext>
            </a:extLst>
          </p:cNvPr>
          <p:cNvSpPr>
            <a:spLocks noGrp="1"/>
          </p:cNvSpPr>
          <p:nvPr>
            <p:ph type="title"/>
          </p:nvPr>
        </p:nvSpPr>
        <p:spPr/>
        <p:txBody>
          <a:bodyPr/>
          <a:lstStyle/>
          <a:p>
            <a:endParaRPr lang="sv-SE"/>
          </a:p>
        </p:txBody>
      </p:sp>
    </p:spTree>
    <p:extLst>
      <p:ext uri="{BB962C8B-B14F-4D97-AF65-F5344CB8AC3E}">
        <p14:creationId xmlns:p14="http://schemas.microsoft.com/office/powerpoint/2010/main" val="752939187"/>
      </p:ext>
    </p:extLst>
  </p:cSld>
  <p:clrMapOvr>
    <a:masterClrMapping/>
  </p:clrMapOvr>
</p:sld>
</file>

<file path=ppt/theme/theme1.xml><?xml version="1.0" encoding="utf-8"?>
<a:theme xmlns:a="http://schemas.openxmlformats.org/drawingml/2006/main" name="SU">
  <a:themeElements>
    <a:clrScheme name="Anpassat 2">
      <a:dk1>
        <a:sysClr val="windowText" lastClr="000000"/>
      </a:dk1>
      <a:lt1>
        <a:sysClr val="window" lastClr="FFFFFF"/>
      </a:lt1>
      <a:dk2>
        <a:srgbClr val="000000"/>
      </a:dk2>
      <a:lt2>
        <a:srgbClr val="E7E1DF"/>
      </a:lt2>
      <a:accent1>
        <a:srgbClr val="005B89"/>
      </a:accent1>
      <a:accent2>
        <a:srgbClr val="1A9FB3"/>
      </a:accent2>
      <a:accent3>
        <a:srgbClr val="ED5F8C"/>
      </a:accent3>
      <a:accent4>
        <a:srgbClr val="A1887F"/>
      </a:accent4>
      <a:accent5>
        <a:srgbClr val="43A447"/>
      </a:accent5>
      <a:accent6>
        <a:srgbClr val="9575CD"/>
      </a:accent6>
      <a:hlink>
        <a:srgbClr val="0070C0"/>
      </a:hlink>
      <a:folHlink>
        <a:srgbClr val="919191"/>
      </a:folHlink>
    </a:clrScheme>
    <a:fontScheme name="VGR Typsnit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dirty="0"/>
        </a:defPPr>
      </a:lstStyle>
    </a:txDef>
  </a:objectDefaults>
  <a:extraClrSchemeLst/>
  <a:custClrLst>
    <a:custClr>
      <a:srgbClr val="FFC107"/>
    </a:custClr>
    <a:custClr>
      <a:srgbClr val="CCDB49"/>
    </a:custClr>
    <a:custClr>
      <a:srgbClr val="FD5930"/>
    </a:custClr>
    <a:custClr>
      <a:srgbClr val="FFECB3"/>
    </a:custClr>
    <a:custClr>
      <a:srgbClr val="F7BBD0"/>
    </a:custClr>
    <a:custClr>
      <a:srgbClr val="D1C4E9"/>
    </a:custClr>
    <a:custClr>
      <a:srgbClr val="EFF4C6"/>
    </a:custClr>
    <a:custClr>
      <a:srgbClr val="C0EEC2"/>
    </a:custClr>
    <a:custClr>
      <a:srgbClr val="FECCBF"/>
    </a:custClr>
    <a:custClr>
      <a:srgbClr val="B3EBF2"/>
    </a:custClr>
    <a:custClr>
      <a:srgbClr val="E7E1DF"/>
    </a:custClr>
  </a:custClrLst>
  <a:extLst>
    <a:ext uri="{05A4C25C-085E-4340-85A3-A5531E510DB2}">
      <thm15:themeFamily xmlns:thm15="http://schemas.microsoft.com/office/thememl/2012/main" name="SU PPT-mall med fler layouter" id="{1E80A394-8980-474B-8488-3890D4E05C37}" vid="{7388A68D-BAFA-4414-9F98-D6F6C87C5021}"/>
    </a:ext>
  </a:extLst>
</a:theme>
</file>

<file path=ppt/theme/theme2.xml><?xml version="1.0" encoding="utf-8"?>
<a:theme xmlns:a="http://schemas.openxmlformats.org/drawingml/2006/main" name="Office-tema">
  <a:themeElements>
    <a:clrScheme name="VGR | Sjukvård | Färger">
      <a:dk1>
        <a:sysClr val="windowText" lastClr="000000"/>
      </a:dk1>
      <a:lt1>
        <a:sysClr val="window" lastClr="FFFFFF"/>
      </a:lt1>
      <a:dk2>
        <a:srgbClr val="000000"/>
      </a:dk2>
      <a:lt2>
        <a:srgbClr val="E7E1DF"/>
      </a:lt2>
      <a:accent1>
        <a:srgbClr val="005B89"/>
      </a:accent1>
      <a:accent2>
        <a:srgbClr val="1A9FB3"/>
      </a:accent2>
      <a:accent3>
        <a:srgbClr val="EE6492"/>
      </a:accent3>
      <a:accent4>
        <a:srgbClr val="A1887F"/>
      </a:accent4>
      <a:accent5>
        <a:srgbClr val="43A447"/>
      </a:accent5>
      <a:accent6>
        <a:srgbClr val="9575CD"/>
      </a:accent6>
      <a:hlink>
        <a:srgbClr val="1A9FB3"/>
      </a:hlink>
      <a:folHlink>
        <a:srgbClr val="919191"/>
      </a:folHlink>
    </a:clrScheme>
    <a:fontScheme name="VGR Typsnit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ma">
  <a:themeElements>
    <a:clrScheme name="VGR | Sjukvård | Färger">
      <a:dk1>
        <a:sysClr val="windowText" lastClr="000000"/>
      </a:dk1>
      <a:lt1>
        <a:sysClr val="window" lastClr="FFFFFF"/>
      </a:lt1>
      <a:dk2>
        <a:srgbClr val="000000"/>
      </a:dk2>
      <a:lt2>
        <a:srgbClr val="E7E1DF"/>
      </a:lt2>
      <a:accent1>
        <a:srgbClr val="005B89"/>
      </a:accent1>
      <a:accent2>
        <a:srgbClr val="1A9FB3"/>
      </a:accent2>
      <a:accent3>
        <a:srgbClr val="EE6492"/>
      </a:accent3>
      <a:accent4>
        <a:srgbClr val="A1887F"/>
      </a:accent4>
      <a:accent5>
        <a:srgbClr val="43A447"/>
      </a:accent5>
      <a:accent6>
        <a:srgbClr val="9575CD"/>
      </a:accent6>
      <a:hlink>
        <a:srgbClr val="1A9FB3"/>
      </a:hlink>
      <a:folHlink>
        <a:srgbClr val="919191"/>
      </a:folHlink>
    </a:clrScheme>
    <a:fontScheme name="VGR Typsnit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SU mall Presentation</Template>
  <TotalTime>1</TotalTime>
  <Words>559</Words>
  <Application>Microsoft Office PowerPoint</Application>
  <PresentationFormat>Bredbild</PresentationFormat>
  <Paragraphs>92</Paragraphs>
  <Slides>11</Slides>
  <Notes>0</Notes>
  <HiddenSlides>5</HiddenSlides>
  <MMClips>0</MMClips>
  <ScaleCrop>false</ScaleCrop>
  <HeadingPairs>
    <vt:vector size="6" baseType="variant">
      <vt:variant>
        <vt:lpstr>Använt teckensnitt</vt:lpstr>
      </vt:variant>
      <vt:variant>
        <vt:i4>2</vt:i4>
      </vt:variant>
      <vt:variant>
        <vt:lpstr>Tema</vt:lpstr>
      </vt:variant>
      <vt:variant>
        <vt:i4>1</vt:i4>
      </vt:variant>
      <vt:variant>
        <vt:lpstr>Bildrubriker</vt:lpstr>
      </vt:variant>
      <vt:variant>
        <vt:i4>11</vt:i4>
      </vt:variant>
    </vt:vector>
  </HeadingPairs>
  <TitlesOfParts>
    <vt:vector size="14" baseType="lpstr">
      <vt:lpstr>Arial</vt:lpstr>
      <vt:lpstr>Verdana</vt:lpstr>
      <vt:lpstr>SU</vt:lpstr>
      <vt:lpstr>Instruktionssida</vt:lpstr>
      <vt:lpstr>Instruktionssida</vt:lpstr>
      <vt:lpstr>Instruktionssida</vt:lpstr>
      <vt:lpstr>Exempel aktivitetsplan x</vt:lpstr>
      <vt:lpstr>Exempel aktivitetsplan x</vt:lpstr>
      <vt:lpstr>PowerPoint-presentation</vt:lpstr>
      <vt:lpstr>PowerPoint-presentation</vt:lpstr>
      <vt:lpstr>PowerPoint-presentation</vt:lpstr>
      <vt:lpstr>PowerPoint-presentation</vt:lpstr>
      <vt:lpstr>PowerPoint-presentation</vt:lpstr>
      <vt:lpstr>PowerPoint-presentation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2026-10-19T08:17:04Z</dcterms:created>
  <dcterms:modified xsi:type="dcterms:W3CDTF">2026-10-19T08:19:52Z</dcterms:modified>
</cp:coreProperties>
</file>